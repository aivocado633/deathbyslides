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di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707832" y="286988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707832" y="286988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812732" y="286988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V="1">
              <a:off x="2812732" y="286988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331720" y="3589020"/>
              <a:ext cx="213360" cy="213360"/>
            </a:xfrm>
            <a:prstGeom prst="ellipse">
              <a:avLst/>
            </a:prstGeom>
            <a:solidFill>
              <a:srgbClr val="1A2233"/>
            </a:solidFill>
            <a:ln w="6858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5-Point Star 14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di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720000">
              <a:off x="1343257" y="2230949"/>
              <a:ext cx="2705100" cy="2069592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2572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720000">
              <a:off x="1862315" y="2692152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047861" y="2800255"/>
              <a:ext cx="276607" cy="41206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976018" y="2874321"/>
              <a:ext cx="420294" cy="26393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 rot="720000">
              <a:off x="2943070" y="2921874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128616" y="3029977"/>
              <a:ext cx="276607" cy="41206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V="1">
              <a:off x="3056773" y="3104043"/>
              <a:ext cx="420294" cy="26393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 rot="720000">
              <a:off x="2489238" y="3632208"/>
              <a:ext cx="213360" cy="206959"/>
            </a:xfrm>
            <a:prstGeom prst="ellipse">
              <a:avLst/>
            </a:prstGeom>
            <a:solidFill>
              <a:srgbClr val="1A2233"/>
            </a:solidFill>
            <a:ln w="67543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sosceles Triangle 12"/>
            <p:cNvSpPr/>
            <p:nvPr/>
          </p:nvSpPr>
          <p:spPr>
            <a:xfrm rot="1320000">
              <a:off x="1921481" y="529979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 rot="1320000">
              <a:off x="1262197" y="1994331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5-Point Star 14"/>
            <p:cNvSpPr/>
            <p:nvPr/>
          </p:nvSpPr>
          <p:spPr>
            <a:xfrm rot="1320000">
              <a:off x="2507914" y="1196218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die 002"/>
          <p:cNvGrpSpPr/>
          <p:nvPr/>
        </p:nvGrpSpPr>
        <p:grpSpPr>
          <a:xfrm>
            <a:off x="0" y="0"/>
            <a:ext cx="4916398" cy="4876800"/>
            <a:chOff x="0" y="0"/>
            <a:chExt cx="4916398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1440000">
              <a:off x="1542692" y="2511883"/>
              <a:ext cx="2705100" cy="1877568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07223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1440000">
              <a:off x="2121252" y="2818460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346137" y="2887809"/>
              <a:ext cx="197930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2218630" y="3032702"/>
              <a:ext cx="452944" cy="14149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 rot="1440000">
              <a:off x="3130628" y="3267863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355513" y="3337212"/>
              <a:ext cx="197930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V="1">
              <a:off x="3228006" y="3482106"/>
              <a:ext cx="452944" cy="14149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 rot="1440000">
              <a:off x="2611280" y="3754970"/>
              <a:ext cx="213360" cy="187757"/>
            </a:xfrm>
            <a:prstGeom prst="ellipse">
              <a:avLst/>
            </a:prstGeom>
            <a:solidFill>
              <a:srgbClr val="1A2233"/>
            </a:solidFill>
            <a:ln w="64334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sosceles Triangle 12"/>
            <p:cNvSpPr/>
            <p:nvPr/>
          </p:nvSpPr>
          <p:spPr>
            <a:xfrm rot="2880000">
              <a:off x="2763748" y="1319627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 rot="2880000">
              <a:off x="1802576" y="2572595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5-Point Star 14"/>
            <p:cNvSpPr/>
            <p:nvPr/>
          </p:nvSpPr>
          <p:spPr>
            <a:xfrm rot="2880000">
              <a:off x="3331238" y="1878437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