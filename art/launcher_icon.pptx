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launcher icon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solidFill>
              <a:srgbClr val="1E26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209675" y="3904678"/>
              <a:ext cx="2457450" cy="344043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864995" y="3511486"/>
              <a:ext cx="393192" cy="507873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18613" y="3511486"/>
              <a:ext cx="393192" cy="507873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720000">
              <a:off x="1185100" y="2372868"/>
              <a:ext cx="376809" cy="786384"/>
            </a:xfrm>
            <a:prstGeom prst="ellipse">
              <a:avLst/>
            </a:prstGeom>
            <a:solidFill>
              <a:srgbClr val="0E7C7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20880000">
              <a:off x="3314890" y="2372868"/>
              <a:ext cx="376809" cy="786384"/>
            </a:xfrm>
            <a:prstGeom prst="ellipse">
              <a:avLst/>
            </a:prstGeom>
            <a:solidFill>
              <a:srgbClr val="0E7C7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 flipV="1">
              <a:off x="2438400" y="1193292"/>
              <a:ext cx="0" cy="540639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249996" y="857441"/>
              <a:ext cx="376809" cy="376809"/>
            </a:xfrm>
            <a:prstGeom prst="ellipse">
              <a:avLst/>
            </a:prstGeom>
            <a:solidFill>
              <a:srgbClr val="0E7C7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14462" y="1652016"/>
              <a:ext cx="2047875" cy="1933194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05997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29144" y="1791272"/>
              <a:ext cx="1818513" cy="606171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99144" y="3175635"/>
              <a:ext cx="278511" cy="163830"/>
            </a:xfrm>
            <a:prstGeom prst="rect">
              <a:avLst/>
            </a:prstGeom>
            <a:solidFill>
              <a:srgbClr val="D9534F"/>
            </a:solidFill>
            <a:ln w="63598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 rot="10800000">
              <a:off x="2249996" y="3331274"/>
              <a:ext cx="376809" cy="409575"/>
            </a:xfrm>
            <a:prstGeom prst="triangle">
              <a:avLst/>
            </a:prstGeom>
            <a:solidFill>
              <a:srgbClr val="D9534F"/>
            </a:solidFill>
            <a:ln w="63598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717548" y="2159889"/>
              <a:ext cx="557022" cy="557022"/>
            </a:xfrm>
            <a:prstGeom prst="ellipse">
              <a:avLst/>
            </a:prstGeom>
            <a:solidFill>
              <a:srgbClr val="FFFFFF"/>
            </a:solidFill>
            <a:ln w="79498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920861" y="2346491"/>
              <a:ext cx="250660" cy="25066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602230" y="2159889"/>
              <a:ext cx="557022" cy="557022"/>
            </a:xfrm>
            <a:prstGeom prst="ellipse">
              <a:avLst/>
            </a:prstGeom>
            <a:solidFill>
              <a:srgbClr val="FFFFFF"/>
            </a:solidFill>
            <a:ln w="79498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805543" y="2346491"/>
              <a:ext cx="250660" cy="25066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143506" y="2995422"/>
              <a:ext cx="589788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launcher icon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638300" y="3393186"/>
              <a:ext cx="1600200" cy="224028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065020" y="3137154"/>
              <a:ext cx="256032" cy="330708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555748" y="3137154"/>
              <a:ext cx="256032" cy="330708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1622298" y="2395728"/>
              <a:ext cx="245364" cy="512064"/>
            </a:xfrm>
            <a:prstGeom prst="ellipse">
              <a:avLst/>
            </a:prstGeom>
            <a:solidFill>
              <a:srgbClr val="0E7C7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009138" y="2395728"/>
              <a:ext cx="245364" cy="512064"/>
            </a:xfrm>
            <a:prstGeom prst="ellipse">
              <a:avLst/>
            </a:prstGeom>
            <a:solidFill>
              <a:srgbClr val="0E7C7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627632"/>
              <a:ext cx="0" cy="352044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315718" y="1408938"/>
              <a:ext cx="245364" cy="245364"/>
            </a:xfrm>
            <a:prstGeom prst="ellipse">
              <a:avLst/>
            </a:prstGeom>
            <a:solidFill>
              <a:srgbClr val="0E7C7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771650" y="1926336"/>
              <a:ext cx="1333500" cy="1258824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85534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846326" y="2017014"/>
              <a:ext cx="1184148" cy="394716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47722" y="2918460"/>
              <a:ext cx="181356" cy="106680"/>
            </a:xfrm>
            <a:prstGeom prst="rect">
              <a:avLst/>
            </a:prstGeom>
            <a:solidFill>
              <a:srgbClr val="D9534F"/>
            </a:solidFill>
            <a:ln w="51321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315718" y="3019806"/>
              <a:ext cx="245364" cy="266700"/>
            </a:xfrm>
            <a:prstGeom prst="triangle">
              <a:avLst/>
            </a:prstGeom>
            <a:solidFill>
              <a:srgbClr val="D9534F"/>
            </a:solidFill>
            <a:ln w="51321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969008" y="2257044"/>
              <a:ext cx="362712" cy="362712"/>
            </a:xfrm>
            <a:prstGeom prst="ellipse">
              <a:avLst/>
            </a:prstGeom>
            <a:solidFill>
              <a:srgbClr val="FFFFFF"/>
            </a:solidFill>
            <a:ln w="64151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101398" y="2378553"/>
              <a:ext cx="163220" cy="1632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545080" y="2257044"/>
              <a:ext cx="362712" cy="362712"/>
            </a:xfrm>
            <a:prstGeom prst="ellipse">
              <a:avLst/>
            </a:prstGeom>
            <a:solidFill>
              <a:srgbClr val="FFFFFF"/>
            </a:solidFill>
            <a:ln w="64151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677470" y="2378553"/>
              <a:ext cx="163220" cy="1632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246376" y="2801112"/>
              <a:ext cx="384048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