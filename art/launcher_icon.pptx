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876800" cy="4876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launcher icon 000"/>
          <p:cNvGrpSpPr/>
          <p:nvPr/>
        </p:nvGrpSpPr>
        <p:grpSpPr>
          <a:xfrm>
            <a:off x="0" y="0"/>
            <a:ext cx="4876800" cy="4876800"/>
            <a:chOff x="0" y="0"/>
            <a:chExt cx="4876800" cy="4876800"/>
          </a:xfrm>
        </p:grpSpPr>
        <p:sp>
          <p:nvSpPr>
            <p:cNvPr id="3" name="Frame"/>
            <p:cNvSpPr/>
            <p:nvPr/>
          </p:nvSpPr>
          <p:spPr>
            <a:xfrm>
              <a:off x="0" y="0"/>
              <a:ext cx="4876800" cy="48768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876800" cy="4876800"/>
            </a:xfrm>
            <a:prstGeom prst="rect">
              <a:avLst/>
            </a:prstGeom>
            <a:solidFill>
              <a:srgbClr val="1E263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209675" y="3904678"/>
              <a:ext cx="2457450" cy="344043"/>
            </a:xfrm>
            <a:prstGeom prst="ellipse">
              <a:avLst/>
            </a:prstGeom>
            <a:solidFill>
              <a:srgbClr val="000000">
                <a:alpha val="16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864995" y="3511486"/>
              <a:ext cx="393192" cy="507873"/>
            </a:xfrm>
            <a:prstGeom prst="roundRect">
              <a:avLst>
                <a:gd name="adj" fmla="val 40000"/>
              </a:avLst>
            </a:prstGeom>
            <a:solidFill>
              <a:srgbClr val="095C5B"/>
            </a:solidFill>
            <a:ln w="105997">
              <a:solidFill>
                <a:srgbClr val="095C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18613" y="3511486"/>
              <a:ext cx="393192" cy="507873"/>
            </a:xfrm>
            <a:prstGeom prst="roundRect">
              <a:avLst>
                <a:gd name="adj" fmla="val 40000"/>
              </a:avLst>
            </a:prstGeom>
            <a:solidFill>
              <a:srgbClr val="095C5B"/>
            </a:solidFill>
            <a:ln w="105997">
              <a:solidFill>
                <a:srgbClr val="095C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 rot="720000">
              <a:off x="1185100" y="2372868"/>
              <a:ext cx="376809" cy="786384"/>
            </a:xfrm>
            <a:prstGeom prst="ellipse">
              <a:avLst/>
            </a:prstGeom>
            <a:solidFill>
              <a:srgbClr val="0E7C7B"/>
            </a:solidFill>
            <a:ln w="105997">
              <a:solidFill>
                <a:srgbClr val="095C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 rot="20880000">
              <a:off x="3314890" y="2372868"/>
              <a:ext cx="376809" cy="786384"/>
            </a:xfrm>
            <a:prstGeom prst="ellipse">
              <a:avLst/>
            </a:prstGeom>
            <a:solidFill>
              <a:srgbClr val="0E7C7B"/>
            </a:solidFill>
            <a:ln w="105997">
              <a:solidFill>
                <a:srgbClr val="095C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 flipV="1">
              <a:off x="2438400" y="1193292"/>
              <a:ext cx="0" cy="540639"/>
            </a:xfrm>
            <a:prstGeom prst="line">
              <a:avLst/>
            </a:prstGeom>
            <a:ln w="114300" cap="rnd">
              <a:solidFill>
                <a:srgbClr val="095C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/>
            <p:cNvSpPr/>
            <p:nvPr/>
          </p:nvSpPr>
          <p:spPr>
            <a:xfrm>
              <a:off x="2249996" y="857441"/>
              <a:ext cx="376809" cy="376809"/>
            </a:xfrm>
            <a:prstGeom prst="ellipse">
              <a:avLst/>
            </a:prstGeom>
            <a:solidFill>
              <a:srgbClr val="0E7C7B"/>
            </a:solidFill>
            <a:ln w="105997">
              <a:solidFill>
                <a:srgbClr val="095C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414462" y="1652016"/>
              <a:ext cx="2047875" cy="1933194"/>
            </a:xfrm>
            <a:prstGeom prst="roundRect">
              <a:avLst>
                <a:gd name="adj" fmla="val 32000"/>
              </a:avLst>
            </a:prstGeom>
            <a:solidFill>
              <a:srgbClr val="0E7C7B"/>
            </a:solidFill>
            <a:ln w="105997">
              <a:solidFill>
                <a:srgbClr val="095C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29144" y="1791272"/>
              <a:ext cx="1818513" cy="606171"/>
            </a:xfrm>
            <a:prstGeom prst="roundRect">
              <a:avLst>
                <a:gd name="adj" fmla="val 45000"/>
              </a:avLst>
            </a:prstGeom>
            <a:solidFill>
              <a:srgbClr val="2A949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99144" y="3175635"/>
              <a:ext cx="278511" cy="163830"/>
            </a:xfrm>
            <a:prstGeom prst="rect">
              <a:avLst/>
            </a:prstGeom>
            <a:solidFill>
              <a:srgbClr val="D9534F"/>
            </a:solidFill>
            <a:ln w="63598">
              <a:solidFill>
                <a:srgbClr val="A33A3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Isosceles Triangle 14"/>
            <p:cNvSpPr/>
            <p:nvPr/>
          </p:nvSpPr>
          <p:spPr>
            <a:xfrm rot="10800000">
              <a:off x="2249996" y="3331274"/>
              <a:ext cx="376809" cy="409575"/>
            </a:xfrm>
            <a:prstGeom prst="triangle">
              <a:avLst/>
            </a:prstGeom>
            <a:solidFill>
              <a:srgbClr val="D9534F"/>
            </a:solidFill>
            <a:ln w="63598">
              <a:solidFill>
                <a:srgbClr val="A33A3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1717548" y="2159889"/>
              <a:ext cx="557022" cy="557022"/>
            </a:xfrm>
            <a:prstGeom prst="ellipse">
              <a:avLst/>
            </a:prstGeom>
            <a:solidFill>
              <a:srgbClr val="FFFFFF"/>
            </a:solidFill>
            <a:ln w="79498">
              <a:solidFill>
                <a:srgbClr val="1A22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1920861" y="2346491"/>
              <a:ext cx="250660" cy="250660"/>
            </a:xfrm>
            <a:prstGeom prst="ellipse">
              <a:avLst/>
            </a:prstGeom>
            <a:solidFill>
              <a:srgbClr val="1A22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2602230" y="2159889"/>
              <a:ext cx="557022" cy="557022"/>
            </a:xfrm>
            <a:prstGeom prst="ellipse">
              <a:avLst/>
            </a:prstGeom>
            <a:solidFill>
              <a:srgbClr val="FFFFFF"/>
            </a:solidFill>
            <a:ln w="79498">
              <a:solidFill>
                <a:srgbClr val="1A22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2805543" y="2346491"/>
              <a:ext cx="250660" cy="250660"/>
            </a:xfrm>
            <a:prstGeom prst="ellipse">
              <a:avLst/>
            </a:prstGeom>
            <a:solidFill>
              <a:srgbClr val="1A22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143506" y="2995422"/>
              <a:ext cx="589788" cy="0"/>
            </a:xfrm>
            <a:prstGeom prst="line">
              <a:avLst/>
            </a:prstGeom>
            <a:ln w="114300" cap="rnd">
              <a:solidFill>
                <a:srgbClr val="1A22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