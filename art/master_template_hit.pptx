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hit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29615" y="2399157"/>
              <a:ext cx="3417570" cy="1843278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03503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14412" y="2563178"/>
              <a:ext cx="2847975" cy="171831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498568" y="3036494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>
              <a:off x="1498568" y="3195828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H="1">
              <a:off x="2931319" y="3036494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2931319" y="3195828"/>
              <a:ext cx="446913" cy="159334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2580799" y="2813113"/>
              <a:ext cx="1073468" cy="765429"/>
            </a:xfrm>
            <a:prstGeom prst="ellipse">
              <a:avLst/>
            </a:prstGeom>
            <a:noFill/>
            <a:ln w="77627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489960" y="3477006"/>
              <a:ext cx="284797" cy="531114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868805" y="3672268"/>
              <a:ext cx="1139190" cy="171831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03503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321118" y="1821180"/>
              <a:ext cx="701040" cy="593598"/>
            </a:xfrm>
            <a:prstGeom prst="triangle">
              <a:avLst/>
            </a:prstGeom>
            <a:solidFill>
              <a:srgbClr val="F4B942"/>
            </a:solidFill>
            <a:ln w="62102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055019" y="1633728"/>
              <a:ext cx="766762" cy="781050"/>
            </a:xfrm>
            <a:prstGeom prst="triangle">
              <a:avLst/>
            </a:prstGeom>
            <a:solidFill>
              <a:srgbClr val="F4B942"/>
            </a:solidFill>
            <a:ln w="62102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54642" y="1821180"/>
              <a:ext cx="701040" cy="593598"/>
            </a:xfrm>
            <a:prstGeom prst="triangle">
              <a:avLst/>
            </a:prstGeom>
            <a:solidFill>
              <a:srgbClr val="F4B942"/>
            </a:solidFill>
            <a:ln w="62102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343025" y="2321052"/>
              <a:ext cx="2190750" cy="312420"/>
            </a:xfrm>
            <a:prstGeom prst="rect">
              <a:avLst/>
            </a:prstGeom>
            <a:solidFill>
              <a:srgbClr val="F4B942"/>
            </a:solidFill>
            <a:ln w="62102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17909" y="2391347"/>
              <a:ext cx="240982" cy="171831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hit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63346" y="2120456"/>
              <a:ext cx="3150108" cy="2090547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0227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25855" y="2306479"/>
              <a:ext cx="2625090" cy="194882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572120" y="2843289"/>
              <a:ext cx="411938" cy="18070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>
              <a:off x="1572120" y="3023997"/>
              <a:ext cx="411938" cy="18070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H="1">
              <a:off x="2892742" y="2843289"/>
              <a:ext cx="411938" cy="18070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2892742" y="3023997"/>
              <a:ext cx="411938" cy="180708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2569655" y="2589943"/>
              <a:ext cx="989457" cy="868108"/>
            </a:xfrm>
            <a:prstGeom prst="ellipse">
              <a:avLst/>
            </a:prstGeom>
            <a:noFill/>
            <a:ln w="8267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407664" y="3342894"/>
              <a:ext cx="262509" cy="602361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1913382" y="3564350"/>
              <a:ext cx="1050036" cy="194882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0227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1408557" y="1464945"/>
              <a:ext cx="646176" cy="673227"/>
            </a:xfrm>
            <a:prstGeom prst="triangle">
              <a:avLst/>
            </a:prstGeom>
            <a:solidFill>
              <a:srgbClr val="F4B942"/>
            </a:solidFill>
            <a:ln w="66136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085022" y="1252347"/>
              <a:ext cx="706755" cy="885825"/>
            </a:xfrm>
            <a:prstGeom prst="triangle">
              <a:avLst/>
            </a:prstGeom>
            <a:solidFill>
              <a:srgbClr val="F4B942"/>
            </a:solidFill>
            <a:ln w="66136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822067" y="1464945"/>
              <a:ext cx="646176" cy="673227"/>
            </a:xfrm>
            <a:prstGeom prst="triangle">
              <a:avLst/>
            </a:prstGeom>
            <a:solidFill>
              <a:srgbClr val="F4B942"/>
            </a:solidFill>
            <a:ln w="66136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28750" y="2031873"/>
              <a:ext cx="2019300" cy="354330"/>
            </a:xfrm>
            <a:prstGeom prst="rect">
              <a:avLst/>
            </a:prstGeom>
            <a:solidFill>
              <a:srgbClr val="F4B942"/>
            </a:solidFill>
            <a:ln w="66136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>
              <a:off x="2327338" y="2111597"/>
              <a:ext cx="222123" cy="194882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