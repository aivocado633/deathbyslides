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4876800" cy="4876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shrink_to_fit hit 000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057275" y="4245292"/>
              <a:ext cx="2762250" cy="386715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1605915" y="4062794"/>
              <a:ext cx="701040" cy="234315"/>
            </a:xfrm>
            <a:prstGeom prst="ellipse">
              <a:avLst/>
            </a:prstGeom>
            <a:solidFill>
              <a:srgbClr val="4A346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2569845" y="4062794"/>
              <a:ext cx="701040" cy="234315"/>
            </a:xfrm>
            <a:prstGeom prst="ellipse">
              <a:avLst/>
            </a:prstGeom>
            <a:solidFill>
              <a:srgbClr val="4A346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1003459" y="2094547"/>
              <a:ext cx="2869882" cy="1952625"/>
            </a:xfrm>
            <a:prstGeom prst="roundRect">
              <a:avLst>
                <a:gd name="adj" fmla="val 18000"/>
              </a:avLst>
            </a:prstGeom>
            <a:solidFill>
              <a:srgbClr val="6A4C93"/>
            </a:solidFill>
            <a:ln w="103503">
              <a:solidFill>
                <a:srgbClr val="4A346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Isosceles Triangle 7"/>
            <p:cNvSpPr/>
            <p:nvPr/>
          </p:nvSpPr>
          <p:spPr>
            <a:xfrm>
              <a:off x="1868805" y="3258312"/>
              <a:ext cx="1139190" cy="718566"/>
            </a:xfrm>
            <a:prstGeom prst="triangle">
              <a:avLst/>
            </a:prstGeom>
            <a:solidFill>
              <a:srgbClr val="FFFC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Isosceles Triangle 8"/>
            <p:cNvSpPr/>
            <p:nvPr/>
          </p:nvSpPr>
          <p:spPr>
            <a:xfrm>
              <a:off x="2219325" y="3601974"/>
              <a:ext cx="438150" cy="281178"/>
            </a:xfrm>
            <a:prstGeom prst="triangle">
              <a:avLst/>
            </a:prstGeom>
            <a:solidFill>
              <a:srgbClr val="6A4C9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2055019" y="3758184"/>
              <a:ext cx="766762" cy="93726"/>
            </a:xfrm>
            <a:prstGeom prst="rect">
              <a:avLst/>
            </a:prstGeom>
            <a:solidFill>
              <a:srgbClr val="6A4C9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1" name="Connector 10"/>
            <p:cNvCxnSpPr/>
            <p:nvPr/>
          </p:nvCxnSpPr>
          <p:spPr>
            <a:xfrm>
              <a:off x="1601533" y="2561615"/>
              <a:ext cx="420625" cy="149962"/>
            </a:xfrm>
            <a:prstGeom prst="line">
              <a:avLst/>
            </a:prstGeom>
            <a:ln w="11430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/>
            <p:nvPr/>
          </p:nvCxnSpPr>
          <p:spPr>
            <a:xfrm flipH="1">
              <a:off x="1601533" y="2711577"/>
              <a:ext cx="420625" cy="149962"/>
            </a:xfrm>
            <a:prstGeom prst="line">
              <a:avLst/>
            </a:prstGeom>
            <a:ln w="11430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 flipH="1">
              <a:off x="2854642" y="2561615"/>
              <a:ext cx="420624" cy="149962"/>
            </a:xfrm>
            <a:prstGeom prst="line">
              <a:avLst/>
            </a:prstGeom>
            <a:ln w="11430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>
              <a:off x="2854642" y="2711577"/>
              <a:ext cx="420624" cy="149962"/>
            </a:xfrm>
            <a:prstGeom prst="line">
              <a:avLst/>
            </a:prstGeom>
            <a:ln w="11430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ight Arrow 14"/>
            <p:cNvSpPr/>
            <p:nvPr/>
          </p:nvSpPr>
          <p:spPr>
            <a:xfrm rot="2700000">
              <a:off x="324326" y="1848985"/>
              <a:ext cx="854392" cy="374904"/>
            </a:xfrm>
            <a:prstGeom prst="rightArrow">
              <a:avLst/>
            </a:prstGeom>
            <a:solidFill>
              <a:srgbClr val="F4B942"/>
            </a:solidFill>
            <a:ln w="62102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ight Arrow 15"/>
            <p:cNvSpPr/>
            <p:nvPr/>
          </p:nvSpPr>
          <p:spPr>
            <a:xfrm rot="8100000">
              <a:off x="3698081" y="1848985"/>
              <a:ext cx="854392" cy="374904"/>
            </a:xfrm>
            <a:prstGeom prst="rightArrow">
              <a:avLst/>
            </a:prstGeom>
            <a:solidFill>
              <a:srgbClr val="F4B942"/>
            </a:solidFill>
            <a:ln w="62102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ight Arrow 16"/>
            <p:cNvSpPr/>
            <p:nvPr/>
          </p:nvSpPr>
          <p:spPr>
            <a:xfrm rot="13500000">
              <a:off x="3698081" y="3917831"/>
              <a:ext cx="854392" cy="374904"/>
            </a:xfrm>
            <a:prstGeom prst="rightArrow">
              <a:avLst/>
            </a:prstGeom>
            <a:solidFill>
              <a:srgbClr val="F4B942"/>
            </a:solidFill>
            <a:ln w="62102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ight Arrow 17"/>
            <p:cNvSpPr/>
            <p:nvPr/>
          </p:nvSpPr>
          <p:spPr>
            <a:xfrm rot="18900000">
              <a:off x="324326" y="3917831"/>
              <a:ext cx="854392" cy="374904"/>
            </a:xfrm>
            <a:prstGeom prst="rightArrow">
              <a:avLst/>
            </a:prstGeom>
            <a:solidFill>
              <a:srgbClr val="F4B942"/>
            </a:solidFill>
            <a:ln w="62102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shrink_to_fit hit 001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057275" y="4245292"/>
              <a:ext cx="2762250" cy="386715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1671066" y="4007263"/>
              <a:ext cx="646176" cy="265748"/>
            </a:xfrm>
            <a:prstGeom prst="ellipse">
              <a:avLst/>
            </a:prstGeom>
            <a:solidFill>
              <a:srgbClr val="4A346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2559558" y="4007263"/>
              <a:ext cx="646176" cy="265748"/>
            </a:xfrm>
            <a:prstGeom prst="ellipse">
              <a:avLst/>
            </a:prstGeom>
            <a:solidFill>
              <a:srgbClr val="4A346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1115758" y="1774984"/>
              <a:ext cx="2645283" cy="2214562"/>
            </a:xfrm>
            <a:prstGeom prst="roundRect">
              <a:avLst>
                <a:gd name="adj" fmla="val 18000"/>
              </a:avLst>
            </a:prstGeom>
            <a:solidFill>
              <a:srgbClr val="6A4C93"/>
            </a:solidFill>
            <a:ln w="110227">
              <a:solidFill>
                <a:srgbClr val="4A346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Isosceles Triangle 7"/>
            <p:cNvSpPr/>
            <p:nvPr/>
          </p:nvSpPr>
          <p:spPr>
            <a:xfrm>
              <a:off x="1913382" y="3094863"/>
              <a:ext cx="1050036" cy="814959"/>
            </a:xfrm>
            <a:prstGeom prst="triangle">
              <a:avLst/>
            </a:prstGeom>
            <a:solidFill>
              <a:srgbClr val="FFFC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Isosceles Triangle 8"/>
            <p:cNvSpPr/>
            <p:nvPr/>
          </p:nvSpPr>
          <p:spPr>
            <a:xfrm>
              <a:off x="2236470" y="3484626"/>
              <a:ext cx="403860" cy="318897"/>
            </a:xfrm>
            <a:prstGeom prst="triangle">
              <a:avLst/>
            </a:prstGeom>
            <a:solidFill>
              <a:srgbClr val="6A4C9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2085022" y="3661791"/>
              <a:ext cx="706755" cy="106299"/>
            </a:xfrm>
            <a:prstGeom prst="rect">
              <a:avLst/>
            </a:prstGeom>
            <a:solidFill>
              <a:srgbClr val="6A4C9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1" name="Connector 10"/>
            <p:cNvCxnSpPr/>
            <p:nvPr/>
          </p:nvCxnSpPr>
          <p:spPr>
            <a:xfrm>
              <a:off x="1667027" y="2304707"/>
              <a:ext cx="387706" cy="170079"/>
            </a:xfrm>
            <a:prstGeom prst="line">
              <a:avLst/>
            </a:prstGeom>
            <a:ln w="11430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/>
            <p:nvPr/>
          </p:nvCxnSpPr>
          <p:spPr>
            <a:xfrm flipH="1">
              <a:off x="1667027" y="2474786"/>
              <a:ext cx="387706" cy="170078"/>
            </a:xfrm>
            <a:prstGeom prst="line">
              <a:avLst/>
            </a:prstGeom>
            <a:ln w="11430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 flipH="1">
              <a:off x="2822067" y="2304707"/>
              <a:ext cx="387706" cy="170079"/>
            </a:xfrm>
            <a:prstGeom prst="line">
              <a:avLst/>
            </a:prstGeom>
            <a:ln w="11430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>
              <a:off x="2822067" y="2474786"/>
              <a:ext cx="387706" cy="170078"/>
            </a:xfrm>
            <a:prstGeom prst="line">
              <a:avLst/>
            </a:prstGeom>
            <a:ln w="11430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ight Arrow 14"/>
            <p:cNvSpPr/>
            <p:nvPr/>
          </p:nvSpPr>
          <p:spPr>
            <a:xfrm rot="2700000">
              <a:off x="489775" y="1496480"/>
              <a:ext cx="787527" cy="425196"/>
            </a:xfrm>
            <a:prstGeom prst="rightArrow">
              <a:avLst/>
            </a:prstGeom>
            <a:solidFill>
              <a:srgbClr val="F4B942"/>
            </a:solidFill>
            <a:ln w="66136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ight Arrow 15"/>
            <p:cNvSpPr/>
            <p:nvPr/>
          </p:nvSpPr>
          <p:spPr>
            <a:xfrm rot="8100000">
              <a:off x="3599498" y="1496480"/>
              <a:ext cx="787527" cy="425196"/>
            </a:xfrm>
            <a:prstGeom prst="rightArrow">
              <a:avLst/>
            </a:prstGeom>
            <a:solidFill>
              <a:srgbClr val="F4B942"/>
            </a:solidFill>
            <a:ln w="66136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ight Arrow 16"/>
            <p:cNvSpPr/>
            <p:nvPr/>
          </p:nvSpPr>
          <p:spPr>
            <a:xfrm rot="13500000">
              <a:off x="3599498" y="3842854"/>
              <a:ext cx="787527" cy="425196"/>
            </a:xfrm>
            <a:prstGeom prst="rightArrow">
              <a:avLst/>
            </a:prstGeom>
            <a:solidFill>
              <a:srgbClr val="F4B942"/>
            </a:solidFill>
            <a:ln w="66136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ight Arrow 17"/>
            <p:cNvSpPr/>
            <p:nvPr/>
          </p:nvSpPr>
          <p:spPr>
            <a:xfrm rot="18900000">
              <a:off x="489775" y="3842854"/>
              <a:ext cx="787527" cy="425196"/>
            </a:xfrm>
            <a:prstGeom prst="rightArrow">
              <a:avLst/>
            </a:prstGeom>
            <a:solidFill>
              <a:srgbClr val="F4B942"/>
            </a:solidFill>
            <a:ln w="66136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