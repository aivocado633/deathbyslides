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4876800" cy="4876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nap_to_grid hit 000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104900" y="4099560"/>
              <a:ext cx="2667000" cy="37338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Block Arc 4"/>
            <p:cNvSpPr/>
            <p:nvPr/>
          </p:nvSpPr>
          <p:spPr>
            <a:xfrm>
              <a:off x="576263" y="1899285"/>
              <a:ext cx="3724275" cy="2655570"/>
            </a:xfrm>
            <a:prstGeom prst="blockArc">
              <a:avLst>
                <a:gd name="adj1" fmla="val 10800000"/>
                <a:gd name="adj2" fmla="val 0"/>
                <a:gd name="adj3" fmla="val 28000"/>
              </a:avLst>
            </a:prstGeom>
            <a:solidFill>
              <a:srgbClr val="D14FA8"/>
            </a:solidFill>
            <a:ln w="103503">
              <a:solidFill>
                <a:srgbClr val="9C34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565309" y="3234880"/>
              <a:ext cx="1051560" cy="515493"/>
            </a:xfrm>
            <a:prstGeom prst="rect">
              <a:avLst/>
            </a:prstGeom>
            <a:solidFill>
              <a:srgbClr val="CFD3DC"/>
            </a:solidFill>
            <a:ln w="77627">
              <a:solidFill>
                <a:srgbClr val="8A9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259931" y="3234880"/>
              <a:ext cx="1051560" cy="515493"/>
            </a:xfrm>
            <a:prstGeom prst="rect">
              <a:avLst/>
            </a:prstGeom>
            <a:solidFill>
              <a:srgbClr val="CFD3DC"/>
            </a:solidFill>
            <a:ln w="77627">
              <a:solidFill>
                <a:srgbClr val="8A9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1573054" y="2133600"/>
              <a:ext cx="394335" cy="140589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 flipH="1">
              <a:off x="1573054" y="2274189"/>
              <a:ext cx="394335" cy="140589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/>
            <p:nvPr/>
          </p:nvCxnSpPr>
          <p:spPr>
            <a:xfrm flipH="1">
              <a:off x="2909411" y="2133600"/>
              <a:ext cx="394335" cy="140589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2909411" y="2274189"/>
              <a:ext cx="394335" cy="140589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nap_to_grid hit 001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104900" y="4099560"/>
              <a:ext cx="2667000" cy="37338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Block Arc 4"/>
            <p:cNvSpPr/>
            <p:nvPr/>
          </p:nvSpPr>
          <p:spPr>
            <a:xfrm>
              <a:off x="721995" y="1553528"/>
              <a:ext cx="3432810" cy="3011805"/>
            </a:xfrm>
            <a:prstGeom prst="blockArc">
              <a:avLst>
                <a:gd name="adj1" fmla="val 10800000"/>
                <a:gd name="adj2" fmla="val 0"/>
                <a:gd name="adj3" fmla="val 28000"/>
              </a:avLst>
            </a:prstGeom>
            <a:solidFill>
              <a:srgbClr val="D14FA8"/>
            </a:solidFill>
            <a:ln w="110227">
              <a:solidFill>
                <a:srgbClr val="9C34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711899" y="3068288"/>
              <a:ext cx="969264" cy="584644"/>
            </a:xfrm>
            <a:prstGeom prst="rect">
              <a:avLst/>
            </a:prstGeom>
            <a:solidFill>
              <a:srgbClr val="CFD3DC"/>
            </a:solidFill>
            <a:ln w="82670">
              <a:solidFill>
                <a:srgbClr val="8A9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195638" y="3068288"/>
              <a:ext cx="969264" cy="584644"/>
            </a:xfrm>
            <a:prstGeom prst="rect">
              <a:avLst/>
            </a:prstGeom>
            <a:solidFill>
              <a:srgbClr val="CFD3DC"/>
            </a:solidFill>
            <a:ln w="82670">
              <a:solidFill>
                <a:srgbClr val="8A9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1640776" y="1819275"/>
              <a:ext cx="363474" cy="159449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 flipH="1">
              <a:off x="1640776" y="1978724"/>
              <a:ext cx="363474" cy="159448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/>
            <p:nvPr/>
          </p:nvCxnSpPr>
          <p:spPr>
            <a:xfrm flipH="1">
              <a:off x="2872550" y="1819275"/>
              <a:ext cx="363474" cy="159449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2872550" y="1978724"/>
              <a:ext cx="363474" cy="159448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