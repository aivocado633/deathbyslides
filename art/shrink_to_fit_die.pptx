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di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823085" y="4047649"/>
              <a:ext cx="518160" cy="242888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35555" y="4047649"/>
              <a:ext cx="518160" cy="242888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77791" y="2007394"/>
              <a:ext cx="2121218" cy="2024062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05379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2017395" y="3213735"/>
              <a:ext cx="842010" cy="744855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76475" y="3569970"/>
              <a:ext cx="323850" cy="291465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55031" y="3731895"/>
              <a:ext cx="566738" cy="97155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742122" y="2387918"/>
              <a:ext cx="518160" cy="518160"/>
            </a:xfrm>
            <a:prstGeom prst="ellipse">
              <a:avLst/>
            </a:prstGeom>
            <a:solidFill>
              <a:srgbClr val="FFFFFF"/>
            </a:solidFill>
            <a:ln w="7903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1858709" y="2504504"/>
              <a:ext cx="284987" cy="28498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V="1">
              <a:off x="1858709" y="2504504"/>
              <a:ext cx="284987" cy="28498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616518" y="2387918"/>
              <a:ext cx="518160" cy="518160"/>
            </a:xfrm>
            <a:prstGeom prst="ellipse">
              <a:avLst/>
            </a:prstGeom>
            <a:solidFill>
              <a:srgbClr val="FFFFFF"/>
            </a:solidFill>
            <a:ln w="7903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733104" y="2504504"/>
              <a:ext cx="284988" cy="28498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2733104" y="2504504"/>
              <a:ext cx="284988" cy="28498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ight Arrow 16"/>
            <p:cNvSpPr/>
            <p:nvPr/>
          </p:nvSpPr>
          <p:spPr>
            <a:xfrm rot="2700000">
              <a:off x="875824" y="1752848"/>
              <a:ext cx="631508" cy="388620"/>
            </a:xfrm>
            <a:prstGeom prst="rightArrow">
              <a:avLst/>
            </a:prstGeom>
            <a:solidFill>
              <a:srgbClr val="F4B942"/>
            </a:solidFill>
            <a:ln w="63228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8100000">
              <a:off x="3369469" y="1752848"/>
              <a:ext cx="631508" cy="388620"/>
            </a:xfrm>
            <a:prstGeom prst="rightArrow">
              <a:avLst/>
            </a:prstGeom>
            <a:solidFill>
              <a:srgbClr val="F4B942"/>
            </a:solidFill>
            <a:ln w="63228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ight Arrow 18"/>
            <p:cNvSpPr/>
            <p:nvPr/>
          </p:nvSpPr>
          <p:spPr>
            <a:xfrm rot="13500000">
              <a:off x="3369469" y="3897382"/>
              <a:ext cx="631508" cy="388620"/>
            </a:xfrm>
            <a:prstGeom prst="rightArrow">
              <a:avLst/>
            </a:prstGeom>
            <a:solidFill>
              <a:srgbClr val="F4B942"/>
            </a:solidFill>
            <a:ln w="63228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ight Arrow 19"/>
            <p:cNvSpPr/>
            <p:nvPr/>
          </p:nvSpPr>
          <p:spPr>
            <a:xfrm rot="18900000">
              <a:off x="875824" y="3897382"/>
              <a:ext cx="631508" cy="388620"/>
            </a:xfrm>
            <a:prstGeom prst="rightArrow">
              <a:avLst/>
            </a:prstGeom>
            <a:solidFill>
              <a:srgbClr val="F4B942"/>
            </a:solidFill>
            <a:ln w="63228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di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967865" y="4148614"/>
              <a:ext cx="396240" cy="185738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12695" y="4148614"/>
              <a:ext cx="396240" cy="185738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627346" y="2588419"/>
              <a:ext cx="1622108" cy="1547812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92152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2116455" y="3510915"/>
              <a:ext cx="643890" cy="569595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314575" y="3783330"/>
              <a:ext cx="247650" cy="222885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221706" y="3907155"/>
              <a:ext cx="433388" cy="74295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905952" y="2879408"/>
              <a:ext cx="396240" cy="396240"/>
            </a:xfrm>
            <a:prstGeom prst="ellipse">
              <a:avLst/>
            </a:prstGeom>
            <a:solidFill>
              <a:srgbClr val="FFFFFF"/>
            </a:solidFill>
            <a:ln w="69114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1995106" y="2968561"/>
              <a:ext cx="217932" cy="217933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V="1">
              <a:off x="1995106" y="2968561"/>
              <a:ext cx="217932" cy="217933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574608" y="2879408"/>
              <a:ext cx="396240" cy="396240"/>
            </a:xfrm>
            <a:prstGeom prst="ellipse">
              <a:avLst/>
            </a:prstGeom>
            <a:solidFill>
              <a:srgbClr val="FFFFFF"/>
            </a:solidFill>
            <a:ln w="69114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663761" y="2968561"/>
              <a:ext cx="217933" cy="217933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2663761" y="2968561"/>
              <a:ext cx="217933" cy="217933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ight Arrow 16"/>
            <p:cNvSpPr/>
            <p:nvPr/>
          </p:nvSpPr>
          <p:spPr>
            <a:xfrm rot="2700000">
              <a:off x="1243489" y="2393766"/>
              <a:ext cx="482918" cy="297180"/>
            </a:xfrm>
            <a:prstGeom prst="rightArrow">
              <a:avLst/>
            </a:prstGeom>
            <a:solidFill>
              <a:srgbClr val="F4B942"/>
            </a:solidFill>
            <a:ln w="55291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8100000">
              <a:off x="3150394" y="2393766"/>
              <a:ext cx="482918" cy="297180"/>
            </a:xfrm>
            <a:prstGeom prst="rightArrow">
              <a:avLst/>
            </a:prstGeom>
            <a:solidFill>
              <a:srgbClr val="F4B942"/>
            </a:solidFill>
            <a:ln w="55291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ight Arrow 18"/>
            <p:cNvSpPr/>
            <p:nvPr/>
          </p:nvSpPr>
          <p:spPr>
            <a:xfrm rot="13500000">
              <a:off x="3150394" y="4033704"/>
              <a:ext cx="482918" cy="297180"/>
            </a:xfrm>
            <a:prstGeom prst="rightArrow">
              <a:avLst/>
            </a:prstGeom>
            <a:solidFill>
              <a:srgbClr val="F4B942"/>
            </a:solidFill>
            <a:ln w="55291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ight Arrow 19"/>
            <p:cNvSpPr/>
            <p:nvPr/>
          </p:nvSpPr>
          <p:spPr>
            <a:xfrm rot="18900000">
              <a:off x="1243489" y="4033704"/>
              <a:ext cx="482918" cy="297180"/>
            </a:xfrm>
            <a:prstGeom prst="rightArrow">
              <a:avLst/>
            </a:prstGeom>
            <a:solidFill>
              <a:srgbClr val="F4B942"/>
            </a:solidFill>
            <a:ln w="55291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die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112645" y="4249579"/>
              <a:ext cx="274320" cy="128588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489835" y="4249579"/>
              <a:ext cx="274320" cy="128588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876901" y="3169444"/>
              <a:ext cx="1122998" cy="1071562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76675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2215515" y="3808095"/>
              <a:ext cx="445770" cy="394335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352675" y="3996690"/>
              <a:ext cx="171450" cy="154305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288381" y="4082415"/>
              <a:ext cx="300038" cy="51435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069782" y="3370898"/>
              <a:ext cx="274320" cy="274320"/>
            </a:xfrm>
            <a:prstGeom prst="ellipse">
              <a:avLst/>
            </a:prstGeom>
            <a:solidFill>
              <a:srgbClr val="FFFFFF"/>
            </a:solidFill>
            <a:ln w="57506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131504" y="3432620"/>
              <a:ext cx="150876" cy="15087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V="1">
              <a:off x="2131504" y="3432620"/>
              <a:ext cx="150876" cy="15087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2532698" y="3370898"/>
              <a:ext cx="274320" cy="274320"/>
            </a:xfrm>
            <a:prstGeom prst="ellipse">
              <a:avLst/>
            </a:prstGeom>
            <a:solidFill>
              <a:srgbClr val="FFFFFF"/>
            </a:solidFill>
            <a:ln w="57506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594420" y="3432620"/>
              <a:ext cx="150876" cy="15087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2594420" y="3432620"/>
              <a:ext cx="150876" cy="15087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ight Arrow 16"/>
            <p:cNvSpPr/>
            <p:nvPr/>
          </p:nvSpPr>
          <p:spPr>
            <a:xfrm rot="2700000">
              <a:off x="1611154" y="3034684"/>
              <a:ext cx="334328" cy="205740"/>
            </a:xfrm>
            <a:prstGeom prst="rightArrow">
              <a:avLst/>
            </a:prstGeom>
            <a:solidFill>
              <a:srgbClr val="F4B942"/>
            </a:solidFill>
            <a:ln w="4600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8100000">
              <a:off x="2931319" y="3034684"/>
              <a:ext cx="334328" cy="205740"/>
            </a:xfrm>
            <a:prstGeom prst="rightArrow">
              <a:avLst/>
            </a:prstGeom>
            <a:solidFill>
              <a:srgbClr val="F4B942"/>
            </a:solidFill>
            <a:ln w="4600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ight Arrow 18"/>
            <p:cNvSpPr/>
            <p:nvPr/>
          </p:nvSpPr>
          <p:spPr>
            <a:xfrm rot="13500000">
              <a:off x="2931319" y="4170026"/>
              <a:ext cx="334328" cy="205740"/>
            </a:xfrm>
            <a:prstGeom prst="rightArrow">
              <a:avLst/>
            </a:prstGeom>
            <a:solidFill>
              <a:srgbClr val="F4B942"/>
            </a:solidFill>
            <a:ln w="4600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ight Arrow 19"/>
            <p:cNvSpPr/>
            <p:nvPr/>
          </p:nvSpPr>
          <p:spPr>
            <a:xfrm rot="18900000">
              <a:off x="1611154" y="4170026"/>
              <a:ext cx="334328" cy="205740"/>
            </a:xfrm>
            <a:prstGeom prst="rightArrow">
              <a:avLst/>
            </a:prstGeom>
            <a:solidFill>
              <a:srgbClr val="F4B942"/>
            </a:solidFill>
            <a:ln w="4600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