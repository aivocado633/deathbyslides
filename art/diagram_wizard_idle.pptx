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72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144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216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144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72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6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7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8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09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72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144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216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 rot="144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626870" y="311277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2731770" y="311277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sosceles Triangle 8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5-Point Star 10"/>
            <p:cNvSpPr/>
            <p:nvPr/>
          </p:nvSpPr>
          <p:spPr>
            <a:xfrm rot="720000"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diagram_wizard idle 01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767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85850" y="2133600"/>
              <a:ext cx="2705100" cy="2133600"/>
            </a:xfrm>
            <a:prstGeom prst="roundRect">
              <a:avLst>
                <a:gd name="adj" fmla="val 26000"/>
              </a:avLst>
            </a:prstGeom>
            <a:solidFill>
              <a:srgbClr val="D1495B"/>
            </a:solidFill>
            <a:ln w="114300">
              <a:solidFill>
                <a:srgbClr val="A336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5621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7985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667000" y="27241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2903410" y="294112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105025" y="3695700"/>
              <a:ext cx="66675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Isosceles Triangle 10"/>
            <p:cNvSpPr/>
            <p:nvPr/>
          </p:nvSpPr>
          <p:spPr>
            <a:xfrm>
              <a:off x="1362075" y="590550"/>
              <a:ext cx="2152650" cy="1676400"/>
            </a:xfrm>
            <a:prstGeom prst="triangle">
              <a:avLst/>
            </a:prstGeom>
            <a:solidFill>
              <a:srgbClr val="2A3F8F"/>
            </a:solidFill>
            <a:ln w="114300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09650" y="2114550"/>
              <a:ext cx="2857500" cy="266700"/>
            </a:xfrm>
            <a:prstGeom prst="rect">
              <a:avLst/>
            </a:prstGeom>
            <a:solidFill>
              <a:srgbClr val="2A3F8F"/>
            </a:solidFill>
            <a:ln w="85725">
              <a:solidFill>
                <a:srgbClr val="1C2B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5-Point Star 12"/>
            <p:cNvSpPr/>
            <p:nvPr/>
          </p:nvSpPr>
          <p:spPr>
            <a:xfrm>
              <a:off x="2000250" y="1333500"/>
              <a:ext cx="533400" cy="533400"/>
            </a:xfrm>
            <a:prstGeom prst="star5">
              <a:avLst/>
            </a:prstGeom>
            <a:solidFill>
              <a:srgbClr val="F4B942"/>
            </a:solidFill>
            <a:ln w="5715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