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4876800" cy="487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aster_template idle 000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386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52500" y="1943100"/>
              <a:ext cx="2971800" cy="2247900"/>
            </a:xfrm>
            <a:prstGeom prst="roundRect">
              <a:avLst>
                <a:gd name="adj" fmla="val 20000"/>
              </a:avLst>
            </a:prstGeom>
            <a:solidFill>
              <a:srgbClr val="C77D1A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200150" y="2143125"/>
              <a:ext cx="2476500" cy="209550"/>
            </a:xfrm>
            <a:prstGeom prst="rect">
              <a:avLst/>
            </a:prstGeom>
            <a:solidFill>
              <a:srgbClr val="E09A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524000" y="25908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760410" y="28077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705100" y="25908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941510" y="28077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562225" y="2447925"/>
              <a:ext cx="933450" cy="933450"/>
            </a:xfrm>
            <a:prstGeom prst="ellipse">
              <a:avLst/>
            </a:prstGeom>
            <a:noFill/>
            <a:ln w="85725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3352800" y="3257550"/>
              <a:ext cx="247650" cy="647700"/>
            </a:xfrm>
            <a:prstGeom prst="line">
              <a:avLst/>
            </a:prstGeom>
            <a:ln w="57150" cap="rnd">
              <a:solidFill>
                <a:srgbClr val="B7832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ounded Rectangle 12"/>
            <p:cNvSpPr/>
            <p:nvPr/>
          </p:nvSpPr>
          <p:spPr>
            <a:xfrm>
              <a:off x="1943100" y="3495675"/>
              <a:ext cx="990600" cy="209550"/>
            </a:xfrm>
            <a:prstGeom prst="roundRect">
              <a:avLst>
                <a:gd name="adj" fmla="val 50000"/>
              </a:avLst>
            </a:prstGeom>
            <a:solidFill>
              <a:srgbClr val="8F5610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>
              <a:off x="14668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2105025" y="1009650"/>
              <a:ext cx="666750" cy="9525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Isosceles Triangle 15"/>
            <p:cNvSpPr/>
            <p:nvPr/>
          </p:nvSpPr>
          <p:spPr>
            <a:xfrm>
              <a:off x="28003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485900" y="1847850"/>
              <a:ext cx="1905000" cy="381000"/>
            </a:xfrm>
            <a:prstGeom prst="rect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333625" y="1933575"/>
              <a:ext cx="209550" cy="209550"/>
            </a:xfrm>
            <a:prstGeom prst="ellipse">
              <a:avLst/>
            </a:prstGeom>
            <a:solidFill>
              <a:srgbClr val="D953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aster_template idle 001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386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52500" y="1943100"/>
              <a:ext cx="2971800" cy="2247900"/>
            </a:xfrm>
            <a:prstGeom prst="roundRect">
              <a:avLst>
                <a:gd name="adj" fmla="val 20000"/>
              </a:avLst>
            </a:prstGeom>
            <a:solidFill>
              <a:srgbClr val="C77D1A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200150" y="2143125"/>
              <a:ext cx="2476500" cy="209550"/>
            </a:xfrm>
            <a:prstGeom prst="rect">
              <a:avLst/>
            </a:prstGeom>
            <a:solidFill>
              <a:srgbClr val="E09A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524000" y="25908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760410" y="28077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705100" y="25908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941510" y="28077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562225" y="2447925"/>
              <a:ext cx="933450" cy="933450"/>
            </a:xfrm>
            <a:prstGeom prst="ellipse">
              <a:avLst/>
            </a:prstGeom>
            <a:noFill/>
            <a:ln w="85725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3352800" y="3257550"/>
              <a:ext cx="247650" cy="647700"/>
            </a:xfrm>
            <a:prstGeom prst="line">
              <a:avLst/>
            </a:prstGeom>
            <a:ln w="57150" cap="rnd">
              <a:solidFill>
                <a:srgbClr val="B7832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ounded Rectangle 12"/>
            <p:cNvSpPr/>
            <p:nvPr/>
          </p:nvSpPr>
          <p:spPr>
            <a:xfrm>
              <a:off x="1943100" y="3495675"/>
              <a:ext cx="990600" cy="209550"/>
            </a:xfrm>
            <a:prstGeom prst="roundRect">
              <a:avLst>
                <a:gd name="adj" fmla="val 50000"/>
              </a:avLst>
            </a:prstGeom>
            <a:solidFill>
              <a:srgbClr val="8F5610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>
              <a:off x="14668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2105025" y="1009650"/>
              <a:ext cx="666750" cy="9525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Isosceles Triangle 15"/>
            <p:cNvSpPr/>
            <p:nvPr/>
          </p:nvSpPr>
          <p:spPr>
            <a:xfrm>
              <a:off x="28003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485900" y="1847850"/>
              <a:ext cx="1905000" cy="381000"/>
            </a:xfrm>
            <a:prstGeom prst="rect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333625" y="1933575"/>
              <a:ext cx="209550" cy="209550"/>
            </a:xfrm>
            <a:prstGeom prst="ellipse">
              <a:avLst/>
            </a:prstGeom>
            <a:solidFill>
              <a:srgbClr val="D953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aster_template idle 002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386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52500" y="1943100"/>
              <a:ext cx="2971800" cy="2247900"/>
            </a:xfrm>
            <a:prstGeom prst="roundRect">
              <a:avLst>
                <a:gd name="adj" fmla="val 20000"/>
              </a:avLst>
            </a:prstGeom>
            <a:solidFill>
              <a:srgbClr val="C77D1A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200150" y="2143125"/>
              <a:ext cx="2476500" cy="209550"/>
            </a:xfrm>
            <a:prstGeom prst="rect">
              <a:avLst/>
            </a:prstGeom>
            <a:solidFill>
              <a:srgbClr val="E09A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524000" y="25908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760410" y="28077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705100" y="25908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941510" y="28077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562225" y="2447925"/>
              <a:ext cx="933450" cy="933450"/>
            </a:xfrm>
            <a:prstGeom prst="ellipse">
              <a:avLst/>
            </a:prstGeom>
            <a:noFill/>
            <a:ln w="85725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3352800" y="3257550"/>
              <a:ext cx="247650" cy="647700"/>
            </a:xfrm>
            <a:prstGeom prst="line">
              <a:avLst/>
            </a:prstGeom>
            <a:ln w="57150" cap="rnd">
              <a:solidFill>
                <a:srgbClr val="B7832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ounded Rectangle 12"/>
            <p:cNvSpPr/>
            <p:nvPr/>
          </p:nvSpPr>
          <p:spPr>
            <a:xfrm>
              <a:off x="1943100" y="3495675"/>
              <a:ext cx="990600" cy="209550"/>
            </a:xfrm>
            <a:prstGeom prst="roundRect">
              <a:avLst>
                <a:gd name="adj" fmla="val 50000"/>
              </a:avLst>
            </a:prstGeom>
            <a:solidFill>
              <a:srgbClr val="8F5610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Connector 13"/>
            <p:cNvCxnSpPr/>
            <p:nvPr/>
          </p:nvCxnSpPr>
          <p:spPr>
            <a:xfrm flipV="1">
              <a:off x="2819400" y="2533650"/>
              <a:ext cx="133350" cy="133350"/>
            </a:xfrm>
            <a:prstGeom prst="line">
              <a:avLst/>
            </a:prstGeom>
            <a:ln w="68580" cap="rnd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Isosceles Triangle 14"/>
            <p:cNvSpPr/>
            <p:nvPr/>
          </p:nvSpPr>
          <p:spPr>
            <a:xfrm>
              <a:off x="14668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Isosceles Triangle 15"/>
            <p:cNvSpPr/>
            <p:nvPr/>
          </p:nvSpPr>
          <p:spPr>
            <a:xfrm>
              <a:off x="2105025" y="1009650"/>
              <a:ext cx="666750" cy="9525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Isosceles Triangle 16"/>
            <p:cNvSpPr/>
            <p:nvPr/>
          </p:nvSpPr>
          <p:spPr>
            <a:xfrm>
              <a:off x="28003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485900" y="1847850"/>
              <a:ext cx="1905000" cy="381000"/>
            </a:xfrm>
            <a:prstGeom prst="rect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2333625" y="1933575"/>
              <a:ext cx="209550" cy="209550"/>
            </a:xfrm>
            <a:prstGeom prst="ellipse">
              <a:avLst/>
            </a:prstGeom>
            <a:solidFill>
              <a:srgbClr val="D953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aster_template idle 003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386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52500" y="1943100"/>
              <a:ext cx="2971800" cy="2247900"/>
            </a:xfrm>
            <a:prstGeom prst="roundRect">
              <a:avLst>
                <a:gd name="adj" fmla="val 20000"/>
              </a:avLst>
            </a:prstGeom>
            <a:solidFill>
              <a:srgbClr val="C77D1A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200150" y="2143125"/>
              <a:ext cx="2476500" cy="209550"/>
            </a:xfrm>
            <a:prstGeom prst="rect">
              <a:avLst/>
            </a:prstGeom>
            <a:solidFill>
              <a:srgbClr val="E09A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524000" y="25908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760410" y="28077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705100" y="25908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941510" y="28077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562225" y="2447925"/>
              <a:ext cx="933450" cy="933450"/>
            </a:xfrm>
            <a:prstGeom prst="ellipse">
              <a:avLst/>
            </a:prstGeom>
            <a:noFill/>
            <a:ln w="85725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3352800" y="3257550"/>
              <a:ext cx="247650" cy="647700"/>
            </a:xfrm>
            <a:prstGeom prst="line">
              <a:avLst/>
            </a:prstGeom>
            <a:ln w="57150" cap="rnd">
              <a:solidFill>
                <a:srgbClr val="B7832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ounded Rectangle 12"/>
            <p:cNvSpPr/>
            <p:nvPr/>
          </p:nvSpPr>
          <p:spPr>
            <a:xfrm>
              <a:off x="1943100" y="3495675"/>
              <a:ext cx="990600" cy="209550"/>
            </a:xfrm>
            <a:prstGeom prst="roundRect">
              <a:avLst>
                <a:gd name="adj" fmla="val 50000"/>
              </a:avLst>
            </a:prstGeom>
            <a:solidFill>
              <a:srgbClr val="8F5610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Connector 13"/>
            <p:cNvCxnSpPr/>
            <p:nvPr/>
          </p:nvCxnSpPr>
          <p:spPr>
            <a:xfrm flipV="1">
              <a:off x="2819400" y="2533650"/>
              <a:ext cx="133350" cy="133350"/>
            </a:xfrm>
            <a:prstGeom prst="line">
              <a:avLst/>
            </a:prstGeom>
            <a:ln w="68580" cap="rnd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Isosceles Triangle 14"/>
            <p:cNvSpPr/>
            <p:nvPr/>
          </p:nvSpPr>
          <p:spPr>
            <a:xfrm>
              <a:off x="14668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Isosceles Triangle 15"/>
            <p:cNvSpPr/>
            <p:nvPr/>
          </p:nvSpPr>
          <p:spPr>
            <a:xfrm>
              <a:off x="2105025" y="1009650"/>
              <a:ext cx="666750" cy="9525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Isosceles Triangle 16"/>
            <p:cNvSpPr/>
            <p:nvPr/>
          </p:nvSpPr>
          <p:spPr>
            <a:xfrm>
              <a:off x="28003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485900" y="1847850"/>
              <a:ext cx="1905000" cy="381000"/>
            </a:xfrm>
            <a:prstGeom prst="rect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2333625" y="1933575"/>
              <a:ext cx="209550" cy="209550"/>
            </a:xfrm>
            <a:prstGeom prst="ellipse">
              <a:avLst/>
            </a:prstGeom>
            <a:solidFill>
              <a:srgbClr val="D953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aster_template idle 004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386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52500" y="1943100"/>
              <a:ext cx="2971800" cy="2247900"/>
            </a:xfrm>
            <a:prstGeom prst="roundRect">
              <a:avLst>
                <a:gd name="adj" fmla="val 20000"/>
              </a:avLst>
            </a:prstGeom>
            <a:solidFill>
              <a:srgbClr val="C77D1A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200150" y="2143125"/>
              <a:ext cx="2476500" cy="209550"/>
            </a:xfrm>
            <a:prstGeom prst="rect">
              <a:avLst/>
            </a:prstGeom>
            <a:solidFill>
              <a:srgbClr val="E09A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524000" y="25908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760410" y="28077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705100" y="25908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941510" y="28077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562225" y="2447925"/>
              <a:ext cx="933450" cy="933450"/>
            </a:xfrm>
            <a:prstGeom prst="ellipse">
              <a:avLst/>
            </a:prstGeom>
            <a:noFill/>
            <a:ln w="85725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3352800" y="3257550"/>
              <a:ext cx="247650" cy="647700"/>
            </a:xfrm>
            <a:prstGeom prst="line">
              <a:avLst/>
            </a:prstGeom>
            <a:ln w="57150" cap="rnd">
              <a:solidFill>
                <a:srgbClr val="B7832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ounded Rectangle 12"/>
            <p:cNvSpPr/>
            <p:nvPr/>
          </p:nvSpPr>
          <p:spPr>
            <a:xfrm>
              <a:off x="1943100" y="3495675"/>
              <a:ext cx="990600" cy="209550"/>
            </a:xfrm>
            <a:prstGeom prst="roundRect">
              <a:avLst>
                <a:gd name="adj" fmla="val 50000"/>
              </a:avLst>
            </a:prstGeom>
            <a:solidFill>
              <a:srgbClr val="8F5610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>
              <a:off x="14668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2105025" y="1009650"/>
              <a:ext cx="666750" cy="9525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Isosceles Triangle 15"/>
            <p:cNvSpPr/>
            <p:nvPr/>
          </p:nvSpPr>
          <p:spPr>
            <a:xfrm>
              <a:off x="28003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485900" y="1847850"/>
              <a:ext cx="1905000" cy="381000"/>
            </a:xfrm>
            <a:prstGeom prst="rect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333625" y="1933575"/>
              <a:ext cx="209550" cy="209550"/>
            </a:xfrm>
            <a:prstGeom prst="ellipse">
              <a:avLst/>
            </a:prstGeom>
            <a:solidFill>
              <a:srgbClr val="D953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aster_template idle 005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386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52500" y="1943100"/>
              <a:ext cx="2971800" cy="2247900"/>
            </a:xfrm>
            <a:prstGeom prst="roundRect">
              <a:avLst>
                <a:gd name="adj" fmla="val 20000"/>
              </a:avLst>
            </a:prstGeom>
            <a:solidFill>
              <a:srgbClr val="C77D1A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200150" y="2143125"/>
              <a:ext cx="2476500" cy="209550"/>
            </a:xfrm>
            <a:prstGeom prst="rect">
              <a:avLst/>
            </a:prstGeom>
            <a:solidFill>
              <a:srgbClr val="E09A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524000" y="25908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760410" y="28077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705100" y="25908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941510" y="28077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562225" y="2447925"/>
              <a:ext cx="933450" cy="933450"/>
            </a:xfrm>
            <a:prstGeom prst="ellipse">
              <a:avLst/>
            </a:prstGeom>
            <a:noFill/>
            <a:ln w="85725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3352800" y="3257550"/>
              <a:ext cx="247650" cy="647700"/>
            </a:xfrm>
            <a:prstGeom prst="line">
              <a:avLst/>
            </a:prstGeom>
            <a:ln w="57150" cap="rnd">
              <a:solidFill>
                <a:srgbClr val="B7832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ounded Rectangle 12"/>
            <p:cNvSpPr/>
            <p:nvPr/>
          </p:nvSpPr>
          <p:spPr>
            <a:xfrm>
              <a:off x="1943100" y="3495675"/>
              <a:ext cx="990600" cy="209550"/>
            </a:xfrm>
            <a:prstGeom prst="roundRect">
              <a:avLst>
                <a:gd name="adj" fmla="val 50000"/>
              </a:avLst>
            </a:prstGeom>
            <a:solidFill>
              <a:srgbClr val="8F5610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>
              <a:off x="14668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2105025" y="1009650"/>
              <a:ext cx="666750" cy="9525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Isosceles Triangle 15"/>
            <p:cNvSpPr/>
            <p:nvPr/>
          </p:nvSpPr>
          <p:spPr>
            <a:xfrm>
              <a:off x="28003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485900" y="1847850"/>
              <a:ext cx="1905000" cy="381000"/>
            </a:xfrm>
            <a:prstGeom prst="rect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333625" y="1933575"/>
              <a:ext cx="209550" cy="209550"/>
            </a:xfrm>
            <a:prstGeom prst="ellipse">
              <a:avLst/>
            </a:prstGeom>
            <a:solidFill>
              <a:srgbClr val="D953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aster_template idle 006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386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52500" y="1943100"/>
              <a:ext cx="2971800" cy="2247900"/>
            </a:xfrm>
            <a:prstGeom prst="roundRect">
              <a:avLst>
                <a:gd name="adj" fmla="val 20000"/>
              </a:avLst>
            </a:prstGeom>
            <a:solidFill>
              <a:srgbClr val="C77D1A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200150" y="2143125"/>
              <a:ext cx="2476500" cy="209550"/>
            </a:xfrm>
            <a:prstGeom prst="rect">
              <a:avLst/>
            </a:prstGeom>
            <a:solidFill>
              <a:srgbClr val="E09A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524000" y="25908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760410" y="28077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705100" y="25908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941510" y="28077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562225" y="2447925"/>
              <a:ext cx="933450" cy="933450"/>
            </a:xfrm>
            <a:prstGeom prst="ellipse">
              <a:avLst/>
            </a:prstGeom>
            <a:noFill/>
            <a:ln w="85725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3352800" y="3257550"/>
              <a:ext cx="247650" cy="647700"/>
            </a:xfrm>
            <a:prstGeom prst="line">
              <a:avLst/>
            </a:prstGeom>
            <a:ln w="57150" cap="rnd">
              <a:solidFill>
                <a:srgbClr val="B7832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ounded Rectangle 12"/>
            <p:cNvSpPr/>
            <p:nvPr/>
          </p:nvSpPr>
          <p:spPr>
            <a:xfrm>
              <a:off x="1943100" y="3495675"/>
              <a:ext cx="990600" cy="209550"/>
            </a:xfrm>
            <a:prstGeom prst="roundRect">
              <a:avLst>
                <a:gd name="adj" fmla="val 50000"/>
              </a:avLst>
            </a:prstGeom>
            <a:solidFill>
              <a:srgbClr val="8F5610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>
              <a:off x="14668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2105025" y="1009650"/>
              <a:ext cx="666750" cy="9525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Isosceles Triangle 15"/>
            <p:cNvSpPr/>
            <p:nvPr/>
          </p:nvSpPr>
          <p:spPr>
            <a:xfrm>
              <a:off x="28003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485900" y="1847850"/>
              <a:ext cx="1905000" cy="381000"/>
            </a:xfrm>
            <a:prstGeom prst="rect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333625" y="1933575"/>
              <a:ext cx="209550" cy="209550"/>
            </a:xfrm>
            <a:prstGeom prst="ellipse">
              <a:avLst/>
            </a:prstGeom>
            <a:solidFill>
              <a:srgbClr val="D953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aster_template idle 007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386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52500" y="1943100"/>
              <a:ext cx="2971800" cy="2247900"/>
            </a:xfrm>
            <a:prstGeom prst="roundRect">
              <a:avLst>
                <a:gd name="adj" fmla="val 20000"/>
              </a:avLst>
            </a:prstGeom>
            <a:solidFill>
              <a:srgbClr val="C77D1A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200150" y="2143125"/>
              <a:ext cx="2476500" cy="209550"/>
            </a:xfrm>
            <a:prstGeom prst="rect">
              <a:avLst/>
            </a:prstGeom>
            <a:solidFill>
              <a:srgbClr val="E09A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524000" y="25908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760410" y="28077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705100" y="25908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941510" y="28077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562225" y="2447925"/>
              <a:ext cx="933450" cy="933450"/>
            </a:xfrm>
            <a:prstGeom prst="ellipse">
              <a:avLst/>
            </a:prstGeom>
            <a:noFill/>
            <a:ln w="85725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3352800" y="3257550"/>
              <a:ext cx="247650" cy="647700"/>
            </a:xfrm>
            <a:prstGeom prst="line">
              <a:avLst/>
            </a:prstGeom>
            <a:ln w="57150" cap="rnd">
              <a:solidFill>
                <a:srgbClr val="B7832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ounded Rectangle 12"/>
            <p:cNvSpPr/>
            <p:nvPr/>
          </p:nvSpPr>
          <p:spPr>
            <a:xfrm>
              <a:off x="1943100" y="3495675"/>
              <a:ext cx="990600" cy="209550"/>
            </a:xfrm>
            <a:prstGeom prst="roundRect">
              <a:avLst>
                <a:gd name="adj" fmla="val 50000"/>
              </a:avLst>
            </a:prstGeom>
            <a:solidFill>
              <a:srgbClr val="8F5610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>
              <a:off x="14668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2105025" y="1009650"/>
              <a:ext cx="666750" cy="9525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Isosceles Triangle 15"/>
            <p:cNvSpPr/>
            <p:nvPr/>
          </p:nvSpPr>
          <p:spPr>
            <a:xfrm>
              <a:off x="28003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485900" y="1847850"/>
              <a:ext cx="1905000" cy="381000"/>
            </a:xfrm>
            <a:prstGeom prst="rect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333625" y="1933575"/>
              <a:ext cx="209550" cy="209550"/>
            </a:xfrm>
            <a:prstGeom prst="ellipse">
              <a:avLst/>
            </a:prstGeom>
            <a:solidFill>
              <a:srgbClr val="D953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aster_template idle 008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386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52500" y="1943100"/>
              <a:ext cx="2971800" cy="2247900"/>
            </a:xfrm>
            <a:prstGeom prst="roundRect">
              <a:avLst>
                <a:gd name="adj" fmla="val 20000"/>
              </a:avLst>
            </a:prstGeom>
            <a:solidFill>
              <a:srgbClr val="C77D1A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200150" y="2143125"/>
              <a:ext cx="2476500" cy="209550"/>
            </a:xfrm>
            <a:prstGeom prst="rect">
              <a:avLst/>
            </a:prstGeom>
            <a:solidFill>
              <a:srgbClr val="E09A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524000" y="25908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760410" y="28077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705100" y="25908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941510" y="28077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562225" y="2447925"/>
              <a:ext cx="933450" cy="933450"/>
            </a:xfrm>
            <a:prstGeom prst="ellipse">
              <a:avLst/>
            </a:prstGeom>
            <a:noFill/>
            <a:ln w="85725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3352800" y="3257550"/>
              <a:ext cx="247650" cy="647700"/>
            </a:xfrm>
            <a:prstGeom prst="line">
              <a:avLst/>
            </a:prstGeom>
            <a:ln w="57150" cap="rnd">
              <a:solidFill>
                <a:srgbClr val="B7832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ounded Rectangle 12"/>
            <p:cNvSpPr/>
            <p:nvPr/>
          </p:nvSpPr>
          <p:spPr>
            <a:xfrm>
              <a:off x="1943100" y="3495675"/>
              <a:ext cx="990600" cy="209550"/>
            </a:xfrm>
            <a:prstGeom prst="roundRect">
              <a:avLst>
                <a:gd name="adj" fmla="val 50000"/>
              </a:avLst>
            </a:prstGeom>
            <a:solidFill>
              <a:srgbClr val="8F5610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>
              <a:off x="14668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2105025" y="1009650"/>
              <a:ext cx="666750" cy="9525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Isosceles Triangle 15"/>
            <p:cNvSpPr/>
            <p:nvPr/>
          </p:nvSpPr>
          <p:spPr>
            <a:xfrm>
              <a:off x="28003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485900" y="1847850"/>
              <a:ext cx="1905000" cy="381000"/>
            </a:xfrm>
            <a:prstGeom prst="rect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333625" y="1933575"/>
              <a:ext cx="209550" cy="209550"/>
            </a:xfrm>
            <a:prstGeom prst="ellipse">
              <a:avLst/>
            </a:prstGeom>
            <a:solidFill>
              <a:srgbClr val="D953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aster_template idle 009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386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52500" y="1943100"/>
              <a:ext cx="2971800" cy="2247900"/>
            </a:xfrm>
            <a:prstGeom prst="roundRect">
              <a:avLst>
                <a:gd name="adj" fmla="val 20000"/>
              </a:avLst>
            </a:prstGeom>
            <a:solidFill>
              <a:srgbClr val="C77D1A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200150" y="2143125"/>
              <a:ext cx="2476500" cy="209550"/>
            </a:xfrm>
            <a:prstGeom prst="rect">
              <a:avLst/>
            </a:prstGeom>
            <a:solidFill>
              <a:srgbClr val="E09A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524000" y="25908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760410" y="28077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705100" y="25908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941510" y="28077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562225" y="2447925"/>
              <a:ext cx="933450" cy="933450"/>
            </a:xfrm>
            <a:prstGeom prst="ellipse">
              <a:avLst/>
            </a:prstGeom>
            <a:noFill/>
            <a:ln w="85725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3352800" y="3257550"/>
              <a:ext cx="247650" cy="647700"/>
            </a:xfrm>
            <a:prstGeom prst="line">
              <a:avLst/>
            </a:prstGeom>
            <a:ln w="57150" cap="rnd">
              <a:solidFill>
                <a:srgbClr val="B7832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ounded Rectangle 12"/>
            <p:cNvSpPr/>
            <p:nvPr/>
          </p:nvSpPr>
          <p:spPr>
            <a:xfrm>
              <a:off x="1943100" y="3495675"/>
              <a:ext cx="990600" cy="209550"/>
            </a:xfrm>
            <a:prstGeom prst="roundRect">
              <a:avLst>
                <a:gd name="adj" fmla="val 50000"/>
              </a:avLst>
            </a:prstGeom>
            <a:solidFill>
              <a:srgbClr val="8F5610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>
              <a:off x="14668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2105025" y="1009650"/>
              <a:ext cx="666750" cy="9525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Isosceles Triangle 15"/>
            <p:cNvSpPr/>
            <p:nvPr/>
          </p:nvSpPr>
          <p:spPr>
            <a:xfrm>
              <a:off x="28003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485900" y="1847850"/>
              <a:ext cx="1905000" cy="381000"/>
            </a:xfrm>
            <a:prstGeom prst="rect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333625" y="1933575"/>
              <a:ext cx="209550" cy="209550"/>
            </a:xfrm>
            <a:prstGeom prst="ellipse">
              <a:avLst/>
            </a:prstGeom>
            <a:solidFill>
              <a:srgbClr val="D953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aster_template idle 010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386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52500" y="1943100"/>
              <a:ext cx="2971800" cy="2247900"/>
            </a:xfrm>
            <a:prstGeom prst="roundRect">
              <a:avLst>
                <a:gd name="adj" fmla="val 20000"/>
              </a:avLst>
            </a:prstGeom>
            <a:solidFill>
              <a:srgbClr val="C77D1A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200150" y="2143125"/>
              <a:ext cx="2476500" cy="209550"/>
            </a:xfrm>
            <a:prstGeom prst="rect">
              <a:avLst/>
            </a:prstGeom>
            <a:solidFill>
              <a:srgbClr val="E09A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524000" y="25908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760410" y="28077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705100" y="25908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941510" y="28077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562225" y="2447925"/>
              <a:ext cx="933450" cy="933450"/>
            </a:xfrm>
            <a:prstGeom prst="ellipse">
              <a:avLst/>
            </a:prstGeom>
            <a:noFill/>
            <a:ln w="85725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3352800" y="3257550"/>
              <a:ext cx="247650" cy="647700"/>
            </a:xfrm>
            <a:prstGeom prst="line">
              <a:avLst/>
            </a:prstGeom>
            <a:ln w="57150" cap="rnd">
              <a:solidFill>
                <a:srgbClr val="B7832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ounded Rectangle 12"/>
            <p:cNvSpPr/>
            <p:nvPr/>
          </p:nvSpPr>
          <p:spPr>
            <a:xfrm>
              <a:off x="1943100" y="3495675"/>
              <a:ext cx="990600" cy="209550"/>
            </a:xfrm>
            <a:prstGeom prst="roundRect">
              <a:avLst>
                <a:gd name="adj" fmla="val 50000"/>
              </a:avLst>
            </a:prstGeom>
            <a:solidFill>
              <a:srgbClr val="8F5610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>
              <a:off x="14668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2105025" y="1009650"/>
              <a:ext cx="666750" cy="9525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Isosceles Triangle 15"/>
            <p:cNvSpPr/>
            <p:nvPr/>
          </p:nvSpPr>
          <p:spPr>
            <a:xfrm>
              <a:off x="28003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485900" y="1847850"/>
              <a:ext cx="1905000" cy="381000"/>
            </a:xfrm>
            <a:prstGeom prst="rect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333625" y="1933575"/>
              <a:ext cx="209550" cy="209550"/>
            </a:xfrm>
            <a:prstGeom prst="ellipse">
              <a:avLst/>
            </a:prstGeom>
            <a:solidFill>
              <a:srgbClr val="D953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aster_template idle 011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386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52500" y="1943100"/>
              <a:ext cx="2971800" cy="2247900"/>
            </a:xfrm>
            <a:prstGeom prst="roundRect">
              <a:avLst>
                <a:gd name="adj" fmla="val 20000"/>
              </a:avLst>
            </a:prstGeom>
            <a:solidFill>
              <a:srgbClr val="C77D1A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200150" y="2143125"/>
              <a:ext cx="2476500" cy="209550"/>
            </a:xfrm>
            <a:prstGeom prst="rect">
              <a:avLst/>
            </a:prstGeom>
            <a:solidFill>
              <a:srgbClr val="E09A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524000" y="25908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760410" y="28077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705100" y="25908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941510" y="28077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562225" y="2447925"/>
              <a:ext cx="933450" cy="933450"/>
            </a:xfrm>
            <a:prstGeom prst="ellipse">
              <a:avLst/>
            </a:prstGeom>
            <a:noFill/>
            <a:ln w="85725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3352800" y="3257550"/>
              <a:ext cx="247650" cy="647700"/>
            </a:xfrm>
            <a:prstGeom prst="line">
              <a:avLst/>
            </a:prstGeom>
            <a:ln w="57150" cap="rnd">
              <a:solidFill>
                <a:srgbClr val="B7832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ounded Rectangle 12"/>
            <p:cNvSpPr/>
            <p:nvPr/>
          </p:nvSpPr>
          <p:spPr>
            <a:xfrm>
              <a:off x="1943100" y="3495675"/>
              <a:ext cx="990600" cy="209550"/>
            </a:xfrm>
            <a:prstGeom prst="roundRect">
              <a:avLst>
                <a:gd name="adj" fmla="val 50000"/>
              </a:avLst>
            </a:prstGeom>
            <a:solidFill>
              <a:srgbClr val="8F5610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>
              <a:off x="14668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2105025" y="1009650"/>
              <a:ext cx="666750" cy="9525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Isosceles Triangle 15"/>
            <p:cNvSpPr/>
            <p:nvPr/>
          </p:nvSpPr>
          <p:spPr>
            <a:xfrm>
              <a:off x="28003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485900" y="1847850"/>
              <a:ext cx="1905000" cy="381000"/>
            </a:xfrm>
            <a:prstGeom prst="rect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333625" y="1933575"/>
              <a:ext cx="209550" cy="209550"/>
            </a:xfrm>
            <a:prstGeom prst="ellipse">
              <a:avLst/>
            </a:prstGeom>
            <a:solidFill>
              <a:srgbClr val="D953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aster_template idle 012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386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52500" y="1943100"/>
              <a:ext cx="2971800" cy="2247900"/>
            </a:xfrm>
            <a:prstGeom prst="roundRect">
              <a:avLst>
                <a:gd name="adj" fmla="val 20000"/>
              </a:avLst>
            </a:prstGeom>
            <a:solidFill>
              <a:srgbClr val="C77D1A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200150" y="2143125"/>
              <a:ext cx="2476500" cy="209550"/>
            </a:xfrm>
            <a:prstGeom prst="rect">
              <a:avLst/>
            </a:prstGeom>
            <a:solidFill>
              <a:srgbClr val="E09A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524000" y="25908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760410" y="28077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705100" y="25908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941510" y="28077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562225" y="2447925"/>
              <a:ext cx="933450" cy="933450"/>
            </a:xfrm>
            <a:prstGeom prst="ellipse">
              <a:avLst/>
            </a:prstGeom>
            <a:noFill/>
            <a:ln w="85725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3352800" y="3257550"/>
              <a:ext cx="247650" cy="647700"/>
            </a:xfrm>
            <a:prstGeom prst="line">
              <a:avLst/>
            </a:prstGeom>
            <a:ln w="57150" cap="rnd">
              <a:solidFill>
                <a:srgbClr val="B7832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ounded Rectangle 12"/>
            <p:cNvSpPr/>
            <p:nvPr/>
          </p:nvSpPr>
          <p:spPr>
            <a:xfrm>
              <a:off x="1943100" y="3495675"/>
              <a:ext cx="990600" cy="209550"/>
            </a:xfrm>
            <a:prstGeom prst="roundRect">
              <a:avLst>
                <a:gd name="adj" fmla="val 50000"/>
              </a:avLst>
            </a:prstGeom>
            <a:solidFill>
              <a:srgbClr val="8F5610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>
              <a:off x="14668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2105025" y="1009650"/>
              <a:ext cx="666750" cy="9525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Isosceles Triangle 15"/>
            <p:cNvSpPr/>
            <p:nvPr/>
          </p:nvSpPr>
          <p:spPr>
            <a:xfrm>
              <a:off x="28003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485900" y="1847850"/>
              <a:ext cx="1905000" cy="381000"/>
            </a:xfrm>
            <a:prstGeom prst="rect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333625" y="1933575"/>
              <a:ext cx="209550" cy="209550"/>
            </a:xfrm>
            <a:prstGeom prst="ellipse">
              <a:avLst/>
            </a:prstGeom>
            <a:solidFill>
              <a:srgbClr val="D953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aster_template idle 013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386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52500" y="1943100"/>
              <a:ext cx="2971800" cy="2247900"/>
            </a:xfrm>
            <a:prstGeom prst="roundRect">
              <a:avLst>
                <a:gd name="adj" fmla="val 20000"/>
              </a:avLst>
            </a:prstGeom>
            <a:solidFill>
              <a:srgbClr val="C77D1A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200150" y="2143125"/>
              <a:ext cx="2476500" cy="209550"/>
            </a:xfrm>
            <a:prstGeom prst="rect">
              <a:avLst/>
            </a:prstGeom>
            <a:solidFill>
              <a:srgbClr val="E09A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1588770" y="2979420"/>
              <a:ext cx="51816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>
              <a:off x="2769870" y="2979420"/>
              <a:ext cx="51816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>
            <a:xfrm>
              <a:off x="2562225" y="2447925"/>
              <a:ext cx="933450" cy="933450"/>
            </a:xfrm>
            <a:prstGeom prst="ellipse">
              <a:avLst/>
            </a:prstGeom>
            <a:noFill/>
            <a:ln w="85725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3352800" y="3257550"/>
              <a:ext cx="247650" cy="647700"/>
            </a:xfrm>
            <a:prstGeom prst="line">
              <a:avLst/>
            </a:prstGeom>
            <a:ln w="57150" cap="rnd">
              <a:solidFill>
                <a:srgbClr val="B7832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ounded Rectangle 10"/>
            <p:cNvSpPr/>
            <p:nvPr/>
          </p:nvSpPr>
          <p:spPr>
            <a:xfrm>
              <a:off x="1943100" y="3495675"/>
              <a:ext cx="990600" cy="209550"/>
            </a:xfrm>
            <a:prstGeom prst="roundRect">
              <a:avLst>
                <a:gd name="adj" fmla="val 50000"/>
              </a:avLst>
            </a:prstGeom>
            <a:solidFill>
              <a:srgbClr val="8F5610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Isosceles Triangle 11"/>
            <p:cNvSpPr/>
            <p:nvPr/>
          </p:nvSpPr>
          <p:spPr>
            <a:xfrm>
              <a:off x="14668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Isosceles Triangle 12"/>
            <p:cNvSpPr/>
            <p:nvPr/>
          </p:nvSpPr>
          <p:spPr>
            <a:xfrm>
              <a:off x="2105025" y="1009650"/>
              <a:ext cx="666750" cy="9525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>
              <a:off x="28003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485900" y="1847850"/>
              <a:ext cx="1905000" cy="381000"/>
            </a:xfrm>
            <a:prstGeom prst="rect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2333625" y="1933575"/>
              <a:ext cx="209550" cy="209550"/>
            </a:xfrm>
            <a:prstGeom prst="ellipse">
              <a:avLst/>
            </a:prstGeom>
            <a:solidFill>
              <a:srgbClr val="D953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aster_template idle 014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386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52500" y="1943100"/>
              <a:ext cx="2971800" cy="2247900"/>
            </a:xfrm>
            <a:prstGeom prst="roundRect">
              <a:avLst>
                <a:gd name="adj" fmla="val 20000"/>
              </a:avLst>
            </a:prstGeom>
            <a:solidFill>
              <a:srgbClr val="C77D1A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200150" y="2143125"/>
              <a:ext cx="2476500" cy="209550"/>
            </a:xfrm>
            <a:prstGeom prst="rect">
              <a:avLst/>
            </a:prstGeom>
            <a:solidFill>
              <a:srgbClr val="E09A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524000" y="25908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760410" y="28077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705100" y="25908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941510" y="28077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562225" y="2447925"/>
              <a:ext cx="933450" cy="933450"/>
            </a:xfrm>
            <a:prstGeom prst="ellipse">
              <a:avLst/>
            </a:prstGeom>
            <a:noFill/>
            <a:ln w="85725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3352800" y="3257550"/>
              <a:ext cx="247650" cy="647700"/>
            </a:xfrm>
            <a:prstGeom prst="line">
              <a:avLst/>
            </a:prstGeom>
            <a:ln w="57150" cap="rnd">
              <a:solidFill>
                <a:srgbClr val="B7832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ounded Rectangle 12"/>
            <p:cNvSpPr/>
            <p:nvPr/>
          </p:nvSpPr>
          <p:spPr>
            <a:xfrm>
              <a:off x="1943100" y="3495675"/>
              <a:ext cx="990600" cy="209550"/>
            </a:xfrm>
            <a:prstGeom prst="roundRect">
              <a:avLst>
                <a:gd name="adj" fmla="val 50000"/>
              </a:avLst>
            </a:prstGeom>
            <a:solidFill>
              <a:srgbClr val="8F5610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>
              <a:off x="14668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2105025" y="1009650"/>
              <a:ext cx="666750" cy="9525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Isosceles Triangle 15"/>
            <p:cNvSpPr/>
            <p:nvPr/>
          </p:nvSpPr>
          <p:spPr>
            <a:xfrm>
              <a:off x="28003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485900" y="1847850"/>
              <a:ext cx="1905000" cy="381000"/>
            </a:xfrm>
            <a:prstGeom prst="rect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333625" y="1933575"/>
              <a:ext cx="209550" cy="209550"/>
            </a:xfrm>
            <a:prstGeom prst="ellipse">
              <a:avLst/>
            </a:prstGeom>
            <a:solidFill>
              <a:srgbClr val="D953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aster_template idle 015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386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52500" y="1943100"/>
              <a:ext cx="2971800" cy="2247900"/>
            </a:xfrm>
            <a:prstGeom prst="roundRect">
              <a:avLst>
                <a:gd name="adj" fmla="val 20000"/>
              </a:avLst>
            </a:prstGeom>
            <a:solidFill>
              <a:srgbClr val="C77D1A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200150" y="2143125"/>
              <a:ext cx="2476500" cy="209550"/>
            </a:xfrm>
            <a:prstGeom prst="rect">
              <a:avLst/>
            </a:prstGeom>
            <a:solidFill>
              <a:srgbClr val="E09A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524000" y="25908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760410" y="28077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705100" y="25908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941510" y="28077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562225" y="2447925"/>
              <a:ext cx="933450" cy="933450"/>
            </a:xfrm>
            <a:prstGeom prst="ellipse">
              <a:avLst/>
            </a:prstGeom>
            <a:noFill/>
            <a:ln w="85725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3352800" y="3257550"/>
              <a:ext cx="247650" cy="647700"/>
            </a:xfrm>
            <a:prstGeom prst="line">
              <a:avLst/>
            </a:prstGeom>
            <a:ln w="57150" cap="rnd">
              <a:solidFill>
                <a:srgbClr val="B7832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ounded Rectangle 12"/>
            <p:cNvSpPr/>
            <p:nvPr/>
          </p:nvSpPr>
          <p:spPr>
            <a:xfrm>
              <a:off x="1943100" y="3495675"/>
              <a:ext cx="990600" cy="209550"/>
            </a:xfrm>
            <a:prstGeom prst="roundRect">
              <a:avLst>
                <a:gd name="adj" fmla="val 50000"/>
              </a:avLst>
            </a:prstGeom>
            <a:solidFill>
              <a:srgbClr val="8F5610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>
              <a:off x="14668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2105025" y="1009650"/>
              <a:ext cx="666750" cy="9525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Isosceles Triangle 15"/>
            <p:cNvSpPr/>
            <p:nvPr/>
          </p:nvSpPr>
          <p:spPr>
            <a:xfrm>
              <a:off x="28003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485900" y="1847850"/>
              <a:ext cx="1905000" cy="381000"/>
            </a:xfrm>
            <a:prstGeom prst="rect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333625" y="1933575"/>
              <a:ext cx="209550" cy="209550"/>
            </a:xfrm>
            <a:prstGeom prst="ellipse">
              <a:avLst/>
            </a:prstGeom>
            <a:solidFill>
              <a:srgbClr val="D953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