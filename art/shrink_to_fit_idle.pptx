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428625" y="112471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705225" y="112471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705225" y="394258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428625" y="394258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466725" y="115747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667125" y="115747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667125" y="390982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466725" y="390982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0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504825" y="1190244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629025" y="1190244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629025" y="3877056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504825" y="3877056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03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542925" y="1223010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590925" y="1223010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590925" y="3844290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542925" y="3844290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04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504825" y="1190244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629025" y="1190244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629025" y="3877056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504825" y="3877056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05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466725" y="115747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667125" y="115747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667125" y="390982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466725" y="390982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06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428625" y="112471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705225" y="112471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705225" y="394258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428625" y="394258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07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428625" y="112471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705225" y="112471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705225" y="394258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428625" y="394258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08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428625" y="112471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705225" y="112471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705225" y="394258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428625" y="394258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09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466725" y="115747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667125" y="115747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667125" y="390982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466725" y="390982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1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504825" y="1190244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629025" y="1190244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629025" y="3877056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504825" y="3877056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1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542925" y="1223010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590925" y="1223010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590925" y="3844290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542925" y="3844290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1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504825" y="1190244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629025" y="1190244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629025" y="3877056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504825" y="3877056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13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1680210" y="2385060"/>
              <a:ext cx="48768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2708910" y="2385060"/>
              <a:ext cx="487680" cy="0"/>
            </a:xfrm>
            <a:prstGeom prst="line">
              <a:avLst/>
            </a:prstGeom>
            <a:ln w="11430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ight Arrow 12"/>
            <p:cNvSpPr/>
            <p:nvPr/>
          </p:nvSpPr>
          <p:spPr>
            <a:xfrm rot="2700000">
              <a:off x="466725" y="115747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ight Arrow 13"/>
            <p:cNvSpPr/>
            <p:nvPr/>
          </p:nvSpPr>
          <p:spPr>
            <a:xfrm rot="8100000">
              <a:off x="3667125" y="115747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13500000">
              <a:off x="3667125" y="390982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18900000">
              <a:off x="466725" y="390982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14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428625" y="112471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705225" y="112471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705225" y="394258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428625" y="394258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shrink_to_fit idle 015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57275" y="4245292"/>
              <a:ext cx="2762250" cy="386715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17145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2552700" y="3971925"/>
              <a:ext cx="609600" cy="285750"/>
            </a:xfrm>
            <a:prstGeom prst="ellipse">
              <a:avLst/>
            </a:prstGeom>
            <a:solidFill>
              <a:srgbClr val="4A34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190625" y="1571625"/>
              <a:ext cx="2495550" cy="2381250"/>
            </a:xfrm>
            <a:prstGeom prst="roundRect">
              <a:avLst>
                <a:gd name="adj" fmla="val 18000"/>
              </a:avLst>
            </a:prstGeom>
            <a:solidFill>
              <a:srgbClr val="6A4C93"/>
            </a:solidFill>
            <a:ln w="114300">
              <a:solidFill>
                <a:srgbClr val="4A34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1943100" y="2990850"/>
              <a:ext cx="990600" cy="876300"/>
            </a:xfrm>
            <a:prstGeom prst="triangle">
              <a:avLst/>
            </a:prstGeom>
            <a:solidFill>
              <a:srgbClr val="FFFC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247900" y="3409950"/>
              <a:ext cx="381000" cy="342900"/>
            </a:xfrm>
            <a:prstGeom prst="triangle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105025" y="3600450"/>
              <a:ext cx="666750" cy="114300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6192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18417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2647950" y="2019300"/>
              <a:ext cx="609600" cy="6096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2870454" y="2223516"/>
              <a:ext cx="274320" cy="274320"/>
            </a:xfrm>
            <a:prstGeom prst="ellipse">
              <a:avLst/>
            </a:prstGeom>
            <a:solidFill>
              <a:srgbClr val="1A22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ight Arrow 14"/>
            <p:cNvSpPr/>
            <p:nvPr/>
          </p:nvSpPr>
          <p:spPr>
            <a:xfrm rot="2700000">
              <a:off x="428625" y="112471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ight Arrow 15"/>
            <p:cNvSpPr/>
            <p:nvPr/>
          </p:nvSpPr>
          <p:spPr>
            <a:xfrm rot="8100000">
              <a:off x="3705225" y="1124712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ight Arrow 16"/>
            <p:cNvSpPr/>
            <p:nvPr/>
          </p:nvSpPr>
          <p:spPr>
            <a:xfrm rot="13500000">
              <a:off x="3705225" y="394258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ight Arrow 17"/>
            <p:cNvSpPr/>
            <p:nvPr/>
          </p:nvSpPr>
          <p:spPr>
            <a:xfrm rot="18900000">
              <a:off x="428625" y="3942588"/>
              <a:ext cx="742950" cy="457200"/>
            </a:xfrm>
            <a:prstGeom prst="rightArrow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