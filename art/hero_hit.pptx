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hit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671638" y="4000309"/>
              <a:ext cx="525780" cy="484251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0350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79382" y="4000309"/>
              <a:ext cx="525780" cy="484251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0350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762476" y="2914650"/>
              <a:ext cx="503872" cy="749808"/>
            </a:xfrm>
            <a:prstGeom prst="ellipse">
              <a:avLst/>
            </a:prstGeom>
            <a:solidFill>
              <a:srgbClr val="0E7C7B"/>
            </a:solidFill>
            <a:ln w="10350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610451" y="2914650"/>
              <a:ext cx="503872" cy="749808"/>
            </a:xfrm>
            <a:prstGeom prst="ellipse">
              <a:avLst/>
            </a:prstGeom>
            <a:solidFill>
              <a:srgbClr val="0E7C7B"/>
            </a:solidFill>
            <a:ln w="10350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789938"/>
              <a:ext cx="0" cy="515493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186464" y="1469708"/>
              <a:ext cx="503872" cy="359283"/>
            </a:xfrm>
            <a:prstGeom prst="ellipse">
              <a:avLst/>
            </a:prstGeom>
            <a:solidFill>
              <a:srgbClr val="0E7C7B"/>
            </a:solidFill>
            <a:ln w="10350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069181" y="2227326"/>
              <a:ext cx="2738438" cy="1843278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0350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222534" y="2360104"/>
              <a:ext cx="2431732" cy="577977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52186" y="3680079"/>
              <a:ext cx="372427" cy="156210"/>
            </a:xfrm>
            <a:prstGeom prst="rect">
              <a:avLst/>
            </a:prstGeom>
            <a:solidFill>
              <a:srgbClr val="D9534F"/>
            </a:solidFill>
            <a:ln w="62102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186464" y="3828478"/>
              <a:ext cx="503872" cy="390525"/>
            </a:xfrm>
            <a:prstGeom prst="triangle">
              <a:avLst/>
            </a:prstGeom>
            <a:solidFill>
              <a:srgbClr val="D9534F"/>
            </a:solidFill>
            <a:ln w="62102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586198" y="2817800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1586198" y="2977134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2843689" y="2817800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2843689" y="2977134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2312213" y="3418271"/>
              <a:ext cx="252374" cy="179954"/>
            </a:xfrm>
            <a:prstGeom prst="ellipse">
              <a:avLst/>
            </a:prstGeom>
            <a:solidFill>
              <a:srgbClr val="1A2233"/>
            </a:solidFill>
            <a:ln w="62102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hit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31645" y="3936397"/>
              <a:ext cx="484632" cy="549212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022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60523" y="3936397"/>
              <a:ext cx="484632" cy="549212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022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893635" y="2705100"/>
              <a:ext cx="464439" cy="850392"/>
            </a:xfrm>
            <a:prstGeom prst="ellipse">
              <a:avLst/>
            </a:prstGeom>
            <a:solidFill>
              <a:srgbClr val="0E7C7B"/>
            </a:solidFill>
            <a:ln w="11022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518726" y="2705100"/>
              <a:ext cx="464439" cy="850392"/>
            </a:xfrm>
            <a:prstGeom prst="ellipse">
              <a:avLst/>
            </a:prstGeom>
            <a:solidFill>
              <a:srgbClr val="0E7C7B"/>
            </a:solidFill>
            <a:ln w="11022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429512"/>
              <a:ext cx="0" cy="584644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06180" y="1066324"/>
              <a:ext cx="464439" cy="407480"/>
            </a:xfrm>
            <a:prstGeom prst="ellipse">
              <a:avLst/>
            </a:prstGeom>
            <a:solidFill>
              <a:srgbClr val="0E7C7B"/>
            </a:solidFill>
            <a:ln w="11022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176338" y="1925574"/>
              <a:ext cx="2524125" cy="2090547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022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17688" y="2076164"/>
              <a:ext cx="2241423" cy="655511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66760" y="3573208"/>
              <a:ext cx="343281" cy="177165"/>
            </a:xfrm>
            <a:prstGeom prst="rect">
              <a:avLst/>
            </a:prstGeom>
            <a:solidFill>
              <a:srgbClr val="D9534F"/>
            </a:solidFill>
            <a:ln w="66136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06180" y="3741515"/>
              <a:ext cx="464439" cy="442912"/>
            </a:xfrm>
            <a:prstGeom prst="triangle">
              <a:avLst/>
            </a:prstGeom>
            <a:solidFill>
              <a:srgbClr val="D9534F"/>
            </a:solidFill>
            <a:ln w="66136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652892" y="2595258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1652892" y="2775966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2811971" y="2595258"/>
              <a:ext cx="411937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2811971" y="2775966"/>
              <a:ext cx="411937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2322088" y="3276280"/>
              <a:ext cx="232623" cy="204094"/>
            </a:xfrm>
            <a:prstGeom prst="ellipse">
              <a:avLst/>
            </a:prstGeom>
            <a:solidFill>
              <a:srgbClr val="1A2233"/>
            </a:solidFill>
            <a:ln w="66136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