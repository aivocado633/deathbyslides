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cheer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9920000">
              <a:off x="962025" y="1371600"/>
              <a:ext cx="438150" cy="9906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680000">
              <a:off x="3476625" y="1371600"/>
              <a:ext cx="438150" cy="9906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2001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8096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7335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954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5052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861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Arc 15"/>
            <p:cNvSpPr/>
            <p:nvPr/>
          </p:nvSpPr>
          <p:spPr>
            <a:xfrm>
              <a:off x="1729740" y="2599372"/>
              <a:ext cx="388620" cy="323850"/>
            </a:xfrm>
            <a:prstGeom prst="arc">
              <a:avLst>
                <a:gd name="adj1" fmla="val 10800000"/>
                <a:gd name="adj2" fmla="val 0"/>
              </a:avLst>
            </a:prstGeom>
            <a:noFill/>
            <a:ln w="91440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3241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Arc 17"/>
            <p:cNvSpPr/>
            <p:nvPr/>
          </p:nvSpPr>
          <p:spPr>
            <a:xfrm>
              <a:off x="2758440" y="2599372"/>
              <a:ext cx="388620" cy="323850"/>
            </a:xfrm>
            <a:prstGeom prst="arc">
              <a:avLst>
                <a:gd name="adj1" fmla="val 10800000"/>
                <a:gd name="adj2" fmla="val 0"/>
              </a:avLst>
            </a:prstGeom>
            <a:noFill/>
            <a:ln w="91440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Arc 18"/>
            <p:cNvSpPr/>
            <p:nvPr/>
          </p:nvSpPr>
          <p:spPr>
            <a:xfrm>
              <a:off x="2095500" y="2918460"/>
              <a:ext cx="685800" cy="411480"/>
            </a:xfrm>
            <a:prstGeom prst="arc">
              <a:avLst>
                <a:gd name="adj1" fmla="val 0"/>
                <a:gd name="adj2" fmla="val 10800000"/>
              </a:avLst>
            </a:prstGeom>
            <a:noFill/>
            <a:ln w="114300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hero cheer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3529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716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3895725"/>
              <a:ext cx="457200" cy="590550"/>
            </a:xfrm>
            <a:prstGeom prst="roundRect">
              <a:avLst>
                <a:gd name="adj" fmla="val 40000"/>
              </a:avLst>
            </a:prstGeom>
            <a:solidFill>
              <a:srgbClr val="095C5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9920000">
              <a:off x="962025" y="1162050"/>
              <a:ext cx="438150" cy="9906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680000">
              <a:off x="3476625" y="1162050"/>
              <a:ext cx="438150" cy="99060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2438400" y="1123950"/>
              <a:ext cx="0" cy="628650"/>
            </a:xfrm>
            <a:prstGeom prst="line">
              <a:avLst/>
            </a:prstGeom>
            <a:ln w="114300" cap="rnd">
              <a:solidFill>
                <a:srgbClr val="095C5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219325" y="733425"/>
              <a:ext cx="438150" cy="438150"/>
            </a:xfrm>
            <a:prstGeom prst="ellipse">
              <a:avLst/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47775" y="1657350"/>
              <a:ext cx="2381250" cy="2247900"/>
            </a:xfrm>
            <a:prstGeom prst="roundRect">
              <a:avLst>
                <a:gd name="adj" fmla="val 32000"/>
              </a:avLst>
            </a:prstGeom>
            <a:solidFill>
              <a:srgbClr val="0E7C7B"/>
            </a:solidFill>
            <a:ln w="114300">
              <a:solidFill>
                <a:srgbClr val="095C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81125" y="1819275"/>
              <a:ext cx="2114550" cy="704850"/>
            </a:xfrm>
            <a:prstGeom prst="roundRect">
              <a:avLst>
                <a:gd name="adj" fmla="val 45000"/>
              </a:avLst>
            </a:prstGeom>
            <a:solidFill>
              <a:srgbClr val="2A94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76475" y="3429000"/>
              <a:ext cx="323850" cy="190500"/>
            </a:xfrm>
            <a:prstGeom prst="rect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2219325" y="3609975"/>
              <a:ext cx="438150" cy="476250"/>
            </a:xfrm>
            <a:prstGeom prst="triangle">
              <a:avLst/>
            </a:prstGeom>
            <a:solidFill>
              <a:srgbClr val="D9534F"/>
            </a:solidFill>
            <a:ln w="68580">
              <a:solidFill>
                <a:srgbClr val="A33A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600200" y="22479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Arc 15"/>
            <p:cNvSpPr/>
            <p:nvPr/>
          </p:nvSpPr>
          <p:spPr>
            <a:xfrm>
              <a:off x="1729740" y="2523172"/>
              <a:ext cx="388620" cy="323850"/>
            </a:xfrm>
            <a:prstGeom prst="arc">
              <a:avLst>
                <a:gd name="adj1" fmla="val 10800000"/>
                <a:gd name="adj2" fmla="val 0"/>
              </a:avLst>
            </a:prstGeom>
            <a:noFill/>
            <a:ln w="91440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2628900" y="22479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Arc 17"/>
            <p:cNvSpPr/>
            <p:nvPr/>
          </p:nvSpPr>
          <p:spPr>
            <a:xfrm>
              <a:off x="2758440" y="2523172"/>
              <a:ext cx="388620" cy="323850"/>
            </a:xfrm>
            <a:prstGeom prst="arc">
              <a:avLst>
                <a:gd name="adj1" fmla="val 10800000"/>
                <a:gd name="adj2" fmla="val 0"/>
              </a:avLst>
            </a:prstGeom>
            <a:noFill/>
            <a:ln w="91440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Arc 18"/>
            <p:cNvSpPr/>
            <p:nvPr/>
          </p:nvSpPr>
          <p:spPr>
            <a:xfrm>
              <a:off x="2095500" y="2842260"/>
              <a:ext cx="685800" cy="411480"/>
            </a:xfrm>
            <a:prstGeom prst="arc">
              <a:avLst>
                <a:gd name="adj1" fmla="val 0"/>
                <a:gd name="adj2" fmla="val 10800000"/>
              </a:avLst>
            </a:prstGeom>
            <a:noFill/>
            <a:ln w="114300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