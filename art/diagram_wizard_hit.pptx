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hit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82968" y="2555367"/>
              <a:ext cx="3110865" cy="1749552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03503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542383" y="3145841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1542383" y="3305175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2887504" y="3145841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2887504" y="3305175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315718" y="3748811"/>
              <a:ext cx="245364" cy="174955"/>
            </a:xfrm>
            <a:prstGeom prst="ellipse">
              <a:avLst/>
            </a:prstGeom>
            <a:solidFill>
              <a:srgbClr val="1A2233"/>
            </a:solidFill>
            <a:ln w="62102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1200626" y="1290066"/>
              <a:ext cx="2475548" cy="1374648"/>
            </a:xfrm>
            <a:prstGeom prst="triangle">
              <a:avLst/>
            </a:prstGeom>
            <a:solidFill>
              <a:srgbClr val="2A3F8F"/>
            </a:solidFill>
            <a:ln w="103503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5338" y="2539746"/>
              <a:ext cx="3286125" cy="218694"/>
            </a:xfrm>
            <a:prstGeom prst="rect">
              <a:avLst/>
            </a:prstGeom>
            <a:solidFill>
              <a:srgbClr val="2A3F8F"/>
            </a:solidFill>
            <a:ln w="77627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1934528" y="1899285"/>
              <a:ext cx="613410" cy="437388"/>
            </a:xfrm>
            <a:prstGeom prst="star5">
              <a:avLst/>
            </a:prstGeom>
            <a:solidFill>
              <a:srgbClr val="F4B942"/>
            </a:solidFill>
            <a:ln w="5175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hit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04697" y="2297620"/>
              <a:ext cx="2867406" cy="1984248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0227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612506" y="2967304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1612506" y="3148012"/>
              <a:ext cx="411938" cy="18070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2852356" y="2967304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2852356" y="3148012"/>
              <a:ext cx="411938" cy="18070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325319" y="3651161"/>
              <a:ext cx="226162" cy="198425"/>
            </a:xfrm>
            <a:prstGeom prst="ellipse">
              <a:avLst/>
            </a:prstGeom>
            <a:solidFill>
              <a:srgbClr val="1A2233"/>
            </a:solidFill>
            <a:ln w="66136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1297496" y="862584"/>
              <a:ext cx="2281809" cy="1559052"/>
            </a:xfrm>
            <a:prstGeom prst="triangle">
              <a:avLst/>
            </a:prstGeom>
            <a:solidFill>
              <a:srgbClr val="2A3F8F"/>
            </a:solidFill>
            <a:ln w="110227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23925" y="2279904"/>
              <a:ext cx="3028950" cy="248031"/>
            </a:xfrm>
            <a:prstGeom prst="rect">
              <a:avLst/>
            </a:prstGeom>
            <a:solidFill>
              <a:srgbClr val="2A3F8F"/>
            </a:solidFill>
            <a:ln w="8267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1973961" y="1553528"/>
              <a:ext cx="565404" cy="496062"/>
            </a:xfrm>
            <a:prstGeom prst="star5">
              <a:avLst/>
            </a:prstGeom>
            <a:solidFill>
              <a:srgbClr val="F4B942"/>
            </a:solidFill>
            <a:ln w="55113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