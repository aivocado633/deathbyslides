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di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1745932" y="246983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1745932" y="246983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774632" y="246983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2774632" y="246983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2328672" y="3185922"/>
              <a:ext cx="219456" cy="219456"/>
            </a:xfrm>
            <a:prstGeom prst="ellipse">
              <a:avLst/>
            </a:prstGeom>
            <a:solidFill>
              <a:srgbClr val="1A2233"/>
            </a:solidFill>
            <a:ln w="68580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di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 rot="720000">
              <a:off x="1838853" y="3828116"/>
              <a:ext cx="457200" cy="572834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2572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 rot="720000">
              <a:off x="2696004" y="4010309"/>
              <a:ext cx="457200" cy="572834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2572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440000">
              <a:off x="1300118" y="2402142"/>
              <a:ext cx="438150" cy="886968"/>
            </a:xfrm>
            <a:prstGeom prst="ellipse">
              <a:avLst/>
            </a:prstGeom>
            <a:solidFill>
              <a:srgbClr val="0E7C7B"/>
            </a:solidFill>
            <a:ln w="112572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722500" y="2917035"/>
              <a:ext cx="438150" cy="886968"/>
            </a:xfrm>
            <a:prstGeom prst="ellipse">
              <a:avLst/>
            </a:prstGeom>
            <a:solidFill>
              <a:srgbClr val="0E7C7B"/>
            </a:solidFill>
            <a:ln w="112572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972424" y="1367902"/>
              <a:ext cx="126782" cy="596465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 rot="720000">
              <a:off x="2914708" y="992726"/>
              <a:ext cx="438150" cy="425006"/>
            </a:xfrm>
            <a:prstGeom prst="ellipse">
              <a:avLst/>
            </a:prstGeom>
            <a:solidFill>
              <a:srgbClr val="0E7C7B"/>
            </a:solidFill>
            <a:ln w="112572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 rot="720000">
              <a:off x="1574336" y="1850169"/>
              <a:ext cx="2381250" cy="2180463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2572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 rot="720000">
              <a:off x="1830627" y="2020158"/>
              <a:ext cx="2114550" cy="683704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 rot="720000">
              <a:off x="2453202" y="3552921"/>
              <a:ext cx="323850" cy="184785"/>
            </a:xfrm>
            <a:prstGeom prst="rect">
              <a:avLst/>
            </a:prstGeom>
            <a:solidFill>
              <a:srgbClr val="D9534F"/>
            </a:solidFill>
            <a:ln w="67543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1520000">
              <a:off x="2330740" y="3721602"/>
              <a:ext cx="438150" cy="461962"/>
            </a:xfrm>
            <a:prstGeom prst="triangle">
              <a:avLst/>
            </a:prstGeom>
            <a:solidFill>
              <a:srgbClr val="D9534F"/>
            </a:solidFill>
            <a:ln w="67543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 rot="720000">
              <a:off x="1980262" y="2320505"/>
              <a:ext cx="647700" cy="628269"/>
            </a:xfrm>
            <a:prstGeom prst="ellipse">
              <a:avLst/>
            </a:prstGeom>
            <a:solidFill>
              <a:srgbClr val="FFFFFF"/>
            </a:solidFill>
            <a:ln w="84429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165808" y="2428608"/>
              <a:ext cx="276607" cy="412063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2093965" y="2502674"/>
              <a:ext cx="420294" cy="263931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 rot="720000">
              <a:off x="2986482" y="2534384"/>
              <a:ext cx="647700" cy="628269"/>
            </a:xfrm>
            <a:prstGeom prst="ellipse">
              <a:avLst/>
            </a:prstGeom>
            <a:solidFill>
              <a:srgbClr val="FFFFFF"/>
            </a:solidFill>
            <a:ln w="84429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172029" y="2642487"/>
              <a:ext cx="276607" cy="412062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3100185" y="2716552"/>
              <a:ext cx="420294" cy="263932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 rot="720000">
              <a:off x="2566870" y="3249682"/>
              <a:ext cx="219456" cy="212872"/>
            </a:xfrm>
            <a:prstGeom prst="ellipse">
              <a:avLst/>
            </a:prstGeom>
            <a:solidFill>
              <a:srgbClr val="1A2233"/>
            </a:solidFill>
            <a:ln w="67543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di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 rot="1440000">
              <a:off x="1911808" y="3808976"/>
              <a:ext cx="457200" cy="519684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0722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 rot="1440000">
              <a:off x="2712348" y="4165400"/>
              <a:ext cx="457200" cy="519684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0722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2160000">
              <a:off x="1606336" y="2406857"/>
              <a:ext cx="438150" cy="804672"/>
            </a:xfrm>
            <a:prstGeom prst="ellipse">
              <a:avLst/>
            </a:prstGeom>
            <a:solidFill>
              <a:srgbClr val="0E7C7B"/>
            </a:solidFill>
            <a:ln w="10722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720000">
              <a:off x="3868731" y="3414140"/>
              <a:ext cx="438150" cy="804672"/>
            </a:xfrm>
            <a:prstGeom prst="ellipse">
              <a:avLst/>
            </a:prstGeom>
            <a:solidFill>
              <a:srgbClr val="0E7C7B"/>
            </a:solidFill>
            <a:ln w="10722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3386176" y="1842626"/>
              <a:ext cx="225012" cy="505384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 rot="1440000">
              <a:off x="3453479" y="1512008"/>
              <a:ext cx="438150" cy="385572"/>
            </a:xfrm>
            <a:prstGeom prst="ellipse">
              <a:avLst/>
            </a:prstGeom>
            <a:solidFill>
              <a:srgbClr val="0E7C7B"/>
            </a:solidFill>
            <a:ln w="10722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 rot="1440000">
              <a:off x="1827350" y="2185927"/>
              <a:ext cx="2381250" cy="1978152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07223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 rot="1440000">
              <a:off x="2178893" y="2374799"/>
              <a:ext cx="2114550" cy="620268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 rot="1440000">
              <a:off x="2590128" y="3688455"/>
              <a:ext cx="323850" cy="167640"/>
            </a:xfrm>
            <a:prstGeom prst="rect">
              <a:avLst/>
            </a:prstGeom>
            <a:solidFill>
              <a:srgbClr val="D9534F"/>
            </a:solidFill>
            <a:ln w="64334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2240000">
              <a:off x="2417062" y="3823074"/>
              <a:ext cx="438150" cy="419100"/>
            </a:xfrm>
            <a:prstGeom prst="triangle">
              <a:avLst/>
            </a:prstGeom>
            <a:solidFill>
              <a:srgbClr val="D9534F"/>
            </a:solidFill>
            <a:ln w="64334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 rot="1440000">
              <a:off x="2299247" y="2512348"/>
              <a:ext cx="647700" cy="569976"/>
            </a:xfrm>
            <a:prstGeom prst="ellipse">
              <a:avLst/>
            </a:prstGeom>
            <a:solidFill>
              <a:srgbClr val="FFFFFF"/>
            </a:solidFill>
            <a:ln w="80417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524132" y="2581697"/>
              <a:ext cx="197930" cy="43127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2396625" y="2726591"/>
              <a:ext cx="452944" cy="141490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 rot="1440000">
              <a:off x="3239011" y="2930758"/>
              <a:ext cx="647700" cy="569976"/>
            </a:xfrm>
            <a:prstGeom prst="ellipse">
              <a:avLst/>
            </a:prstGeom>
            <a:solidFill>
              <a:srgbClr val="FFFFFF"/>
            </a:solidFill>
            <a:ln w="80417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463896" y="3000107"/>
              <a:ext cx="197930" cy="43127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3336390" y="3145001"/>
              <a:ext cx="452943" cy="141490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 rot="1440000">
              <a:off x="2751421" y="3430679"/>
              <a:ext cx="219456" cy="193121"/>
            </a:xfrm>
            <a:prstGeom prst="ellipse">
              <a:avLst/>
            </a:prstGeom>
            <a:solidFill>
              <a:srgbClr val="1A2233"/>
            </a:solidFill>
            <a:ln w="64334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