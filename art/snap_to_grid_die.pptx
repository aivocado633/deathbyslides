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4876800" cy="48768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snap_to_grid die 000"/>
          <p:cNvGrpSpPr/>
          <p:nvPr/>
        </p:nvGrpSpPr>
        <p:grpSpPr>
          <a:xfrm>
            <a:off x="0" y="0"/>
            <a:ext cx="4876800" cy="4876800"/>
            <a:chOff x="0" y="0"/>
            <a:chExt cx="4876800" cy="4876800"/>
          </a:xfrm>
        </p:grpSpPr>
        <p:sp>
          <p:nvSpPr>
            <p:cNvPr id="3" name="Frame"/>
            <p:cNvSpPr/>
            <p:nvPr/>
          </p:nvSpPr>
          <p:spPr>
            <a:xfrm>
              <a:off x="0" y="0"/>
              <a:ext cx="4876800" cy="4876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Oval 3"/>
            <p:cNvSpPr/>
            <p:nvPr/>
          </p:nvSpPr>
          <p:spPr>
            <a:xfrm>
              <a:off x="1104900" y="4099560"/>
              <a:ext cx="2667000" cy="373380"/>
            </a:xfrm>
            <a:prstGeom prst="ellipse">
              <a:avLst/>
            </a:prstGeom>
            <a:solidFill>
              <a:srgbClr val="00000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Block Arc 4"/>
            <p:cNvSpPr/>
            <p:nvPr/>
          </p:nvSpPr>
          <p:spPr>
            <a:xfrm>
              <a:off x="819150" y="1333500"/>
              <a:ext cx="3238500" cy="3238500"/>
            </a:xfrm>
            <a:prstGeom prst="blockArc">
              <a:avLst>
                <a:gd name="adj1" fmla="val 10800000"/>
                <a:gd name="adj2" fmla="val 0"/>
                <a:gd name="adj3" fmla="val 28000"/>
              </a:avLst>
            </a:prstGeom>
            <a:solidFill>
              <a:srgbClr val="D14FA8"/>
            </a:solidFill>
            <a:ln w="114300">
              <a:solidFill>
                <a:srgbClr val="9C348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ectangle 5"/>
            <p:cNvSpPr/>
            <p:nvPr/>
          </p:nvSpPr>
          <p:spPr>
            <a:xfrm>
              <a:off x="809625" y="2962275"/>
              <a:ext cx="914400" cy="628650"/>
            </a:xfrm>
            <a:prstGeom prst="rect">
              <a:avLst/>
            </a:prstGeom>
            <a:solidFill>
              <a:srgbClr val="CFD3DC"/>
            </a:solidFill>
            <a:ln w="85725">
              <a:solidFill>
                <a:srgbClr val="8A90A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3152775" y="2962275"/>
              <a:ext cx="914400" cy="628650"/>
            </a:xfrm>
            <a:prstGeom prst="rect">
              <a:avLst/>
            </a:prstGeom>
            <a:solidFill>
              <a:srgbClr val="CFD3DC"/>
            </a:solidFill>
            <a:ln w="85725">
              <a:solidFill>
                <a:srgbClr val="8A90A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Oval 7"/>
            <p:cNvSpPr/>
            <p:nvPr/>
          </p:nvSpPr>
          <p:spPr>
            <a:xfrm>
              <a:off x="1600200" y="1504950"/>
              <a:ext cx="571500" cy="571500"/>
            </a:xfrm>
            <a:prstGeom prst="ellipse">
              <a:avLst/>
            </a:prstGeom>
            <a:solidFill>
              <a:srgbClr val="FFFFFF"/>
            </a:solidFill>
            <a:ln w="85725">
              <a:solidFill>
                <a:srgbClr val="1A22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9" name="Connector 8"/>
            <p:cNvCxnSpPr/>
            <p:nvPr/>
          </p:nvCxnSpPr>
          <p:spPr>
            <a:xfrm>
              <a:off x="1728788" y="1633538"/>
              <a:ext cx="314324" cy="314324"/>
            </a:xfrm>
            <a:prstGeom prst="line">
              <a:avLst/>
            </a:prstGeom>
            <a:ln w="91440" cap="rnd">
              <a:solidFill>
                <a:srgbClr val="1A223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nector 9"/>
            <p:cNvCxnSpPr/>
            <p:nvPr/>
          </p:nvCxnSpPr>
          <p:spPr>
            <a:xfrm flipV="1">
              <a:off x="1728788" y="1633538"/>
              <a:ext cx="314324" cy="314324"/>
            </a:xfrm>
            <a:prstGeom prst="line">
              <a:avLst/>
            </a:prstGeom>
            <a:ln w="91440" cap="rnd">
              <a:solidFill>
                <a:srgbClr val="1A223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Oval 10"/>
            <p:cNvSpPr/>
            <p:nvPr/>
          </p:nvSpPr>
          <p:spPr>
            <a:xfrm>
              <a:off x="2705100" y="1504950"/>
              <a:ext cx="571500" cy="571500"/>
            </a:xfrm>
            <a:prstGeom prst="ellipse">
              <a:avLst/>
            </a:prstGeom>
            <a:solidFill>
              <a:srgbClr val="FFFFFF"/>
            </a:solidFill>
            <a:ln w="85725">
              <a:solidFill>
                <a:srgbClr val="1A22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2" name="Connector 11"/>
            <p:cNvCxnSpPr/>
            <p:nvPr/>
          </p:nvCxnSpPr>
          <p:spPr>
            <a:xfrm>
              <a:off x="2833688" y="1633538"/>
              <a:ext cx="314324" cy="314324"/>
            </a:xfrm>
            <a:prstGeom prst="line">
              <a:avLst/>
            </a:prstGeom>
            <a:ln w="91440" cap="rnd">
              <a:solidFill>
                <a:srgbClr val="1A223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ctor 12"/>
            <p:cNvCxnSpPr/>
            <p:nvPr/>
          </p:nvCxnSpPr>
          <p:spPr>
            <a:xfrm flipV="1">
              <a:off x="2833688" y="1633538"/>
              <a:ext cx="314324" cy="314324"/>
            </a:xfrm>
            <a:prstGeom prst="line">
              <a:avLst/>
            </a:prstGeom>
            <a:ln w="91440" cap="rnd">
              <a:solidFill>
                <a:srgbClr val="1A223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snap_to_grid die 001"/>
          <p:cNvGrpSpPr/>
          <p:nvPr/>
        </p:nvGrpSpPr>
        <p:grpSpPr>
          <a:xfrm>
            <a:off x="0" y="0"/>
            <a:ext cx="4876800" cy="4876800"/>
            <a:chOff x="0" y="0"/>
            <a:chExt cx="4876800" cy="4876800"/>
          </a:xfrm>
        </p:grpSpPr>
        <p:sp>
          <p:nvSpPr>
            <p:cNvPr id="3" name="Frame"/>
            <p:cNvSpPr/>
            <p:nvPr/>
          </p:nvSpPr>
          <p:spPr>
            <a:xfrm>
              <a:off x="0" y="0"/>
              <a:ext cx="4876800" cy="4876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Oval 3"/>
            <p:cNvSpPr/>
            <p:nvPr/>
          </p:nvSpPr>
          <p:spPr>
            <a:xfrm>
              <a:off x="1104900" y="4099560"/>
              <a:ext cx="2667000" cy="373380"/>
            </a:xfrm>
            <a:prstGeom prst="ellipse">
              <a:avLst/>
            </a:prstGeom>
            <a:solidFill>
              <a:srgbClr val="00000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Block Arc 4"/>
            <p:cNvSpPr/>
            <p:nvPr/>
          </p:nvSpPr>
          <p:spPr>
            <a:xfrm rot="720000">
              <a:off x="1126502" y="1460101"/>
              <a:ext cx="3238500" cy="3141345"/>
            </a:xfrm>
            <a:prstGeom prst="blockArc">
              <a:avLst>
                <a:gd name="adj1" fmla="val 10800000"/>
                <a:gd name="adj2" fmla="val 0"/>
                <a:gd name="adj3" fmla="val 28000"/>
              </a:avLst>
            </a:prstGeom>
            <a:solidFill>
              <a:srgbClr val="D14FA8"/>
            </a:solidFill>
            <a:ln w="112572">
              <a:solidFill>
                <a:srgbClr val="9C348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ectangle 5"/>
            <p:cNvSpPr/>
            <p:nvPr/>
          </p:nvSpPr>
          <p:spPr>
            <a:xfrm rot="720000">
              <a:off x="1077266" y="2789564"/>
              <a:ext cx="914400" cy="609790"/>
            </a:xfrm>
            <a:prstGeom prst="rect">
              <a:avLst/>
            </a:prstGeom>
            <a:solidFill>
              <a:srgbClr val="CFD3DC"/>
            </a:solidFill>
            <a:ln w="84429">
              <a:solidFill>
                <a:srgbClr val="8A90A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 rot="720000">
              <a:off x="3369213" y="3276733"/>
              <a:ext cx="914400" cy="609790"/>
            </a:xfrm>
            <a:prstGeom prst="rect">
              <a:avLst/>
            </a:prstGeom>
            <a:solidFill>
              <a:srgbClr val="CFD3DC"/>
            </a:solidFill>
            <a:ln w="84429">
              <a:solidFill>
                <a:srgbClr val="8A90A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Oval 7"/>
            <p:cNvSpPr/>
            <p:nvPr/>
          </p:nvSpPr>
          <p:spPr>
            <a:xfrm rot="720000">
              <a:off x="2153980" y="1536179"/>
              <a:ext cx="571500" cy="554355"/>
            </a:xfrm>
            <a:prstGeom prst="ellipse">
              <a:avLst/>
            </a:prstGeom>
            <a:solidFill>
              <a:srgbClr val="FFFFFF"/>
            </a:solidFill>
            <a:ln w="84429">
              <a:solidFill>
                <a:srgbClr val="1A22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9" name="Connector 8"/>
            <p:cNvCxnSpPr/>
            <p:nvPr/>
          </p:nvCxnSpPr>
          <p:spPr>
            <a:xfrm>
              <a:off x="2317697" y="1631564"/>
              <a:ext cx="244065" cy="363585"/>
            </a:xfrm>
            <a:prstGeom prst="line">
              <a:avLst/>
            </a:prstGeom>
            <a:ln w="91440" cap="rnd">
              <a:solidFill>
                <a:srgbClr val="1A223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nector 9"/>
            <p:cNvCxnSpPr/>
            <p:nvPr/>
          </p:nvCxnSpPr>
          <p:spPr>
            <a:xfrm flipV="1">
              <a:off x="2254306" y="1696916"/>
              <a:ext cx="370847" cy="232881"/>
            </a:xfrm>
            <a:prstGeom prst="line">
              <a:avLst/>
            </a:prstGeom>
            <a:ln w="91440" cap="rnd">
              <a:solidFill>
                <a:srgbClr val="1A223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Oval 10"/>
            <p:cNvSpPr/>
            <p:nvPr/>
          </p:nvSpPr>
          <p:spPr>
            <a:xfrm rot="720000">
              <a:off x="3234735" y="1765901"/>
              <a:ext cx="571500" cy="554355"/>
            </a:xfrm>
            <a:prstGeom prst="ellipse">
              <a:avLst/>
            </a:prstGeom>
            <a:solidFill>
              <a:srgbClr val="FFFFFF"/>
            </a:solidFill>
            <a:ln w="84429">
              <a:solidFill>
                <a:srgbClr val="1A22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2" name="Connector 11"/>
            <p:cNvCxnSpPr/>
            <p:nvPr/>
          </p:nvCxnSpPr>
          <p:spPr>
            <a:xfrm>
              <a:off x="3398453" y="1861286"/>
              <a:ext cx="244064" cy="363584"/>
            </a:xfrm>
            <a:prstGeom prst="line">
              <a:avLst/>
            </a:prstGeom>
            <a:ln w="91440" cap="rnd">
              <a:solidFill>
                <a:srgbClr val="1A223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ctor 12"/>
            <p:cNvCxnSpPr/>
            <p:nvPr/>
          </p:nvCxnSpPr>
          <p:spPr>
            <a:xfrm flipV="1">
              <a:off x="3335061" y="1926638"/>
              <a:ext cx="370848" cy="232880"/>
            </a:xfrm>
            <a:prstGeom prst="line">
              <a:avLst/>
            </a:prstGeom>
            <a:ln w="91440" cap="rnd">
              <a:solidFill>
                <a:srgbClr val="1A223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snap_to_grid die 002"/>
          <p:cNvGrpSpPr/>
          <p:nvPr/>
        </p:nvGrpSpPr>
        <p:grpSpPr>
          <a:xfrm>
            <a:off x="0" y="0"/>
            <a:ext cx="4876800" cy="4876800"/>
            <a:chOff x="0" y="0"/>
            <a:chExt cx="4876800" cy="4876800"/>
          </a:xfrm>
        </p:grpSpPr>
        <p:sp>
          <p:nvSpPr>
            <p:cNvPr id="3" name="Frame"/>
            <p:cNvSpPr/>
            <p:nvPr/>
          </p:nvSpPr>
          <p:spPr>
            <a:xfrm>
              <a:off x="0" y="0"/>
              <a:ext cx="4876800" cy="4876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Oval 3"/>
            <p:cNvSpPr/>
            <p:nvPr/>
          </p:nvSpPr>
          <p:spPr>
            <a:xfrm>
              <a:off x="1104900" y="4099560"/>
              <a:ext cx="2667000" cy="373380"/>
            </a:xfrm>
            <a:prstGeom prst="ellipse">
              <a:avLst/>
            </a:prstGeom>
            <a:solidFill>
              <a:srgbClr val="00000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Block Arc 4"/>
            <p:cNvSpPr/>
            <p:nvPr/>
          </p:nvSpPr>
          <p:spPr>
            <a:xfrm rot="1440000">
              <a:off x="1364633" y="1826636"/>
              <a:ext cx="3238500" cy="2849880"/>
            </a:xfrm>
            <a:prstGeom prst="blockArc">
              <a:avLst>
                <a:gd name="adj1" fmla="val 10800000"/>
                <a:gd name="adj2" fmla="val 0"/>
                <a:gd name="adj3" fmla="val 28000"/>
              </a:avLst>
            </a:prstGeom>
            <a:solidFill>
              <a:srgbClr val="D14FA8"/>
            </a:solidFill>
            <a:ln w="107223">
              <a:solidFill>
                <a:srgbClr val="9C348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ectangle 5"/>
            <p:cNvSpPr/>
            <p:nvPr/>
          </p:nvSpPr>
          <p:spPr>
            <a:xfrm rot="1440000">
              <a:off x="1340481" y="2758797"/>
              <a:ext cx="914400" cy="553212"/>
            </a:xfrm>
            <a:prstGeom prst="rect">
              <a:avLst/>
            </a:prstGeom>
            <a:solidFill>
              <a:srgbClr val="CFD3DC"/>
            </a:solidFill>
            <a:ln w="80417">
              <a:solidFill>
                <a:srgbClr val="8A90A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 rot="1440000">
              <a:off x="3481055" y="3711842"/>
              <a:ext cx="914400" cy="553212"/>
            </a:xfrm>
            <a:prstGeom prst="rect">
              <a:avLst/>
            </a:prstGeom>
            <a:solidFill>
              <a:srgbClr val="CFD3DC"/>
            </a:solidFill>
            <a:ln w="80417">
              <a:solidFill>
                <a:srgbClr val="8A90A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Oval 7"/>
            <p:cNvSpPr/>
            <p:nvPr/>
          </p:nvSpPr>
          <p:spPr>
            <a:xfrm rot="1440000">
              <a:off x="2609375" y="1841219"/>
              <a:ext cx="571500" cy="502920"/>
            </a:xfrm>
            <a:prstGeom prst="ellipse">
              <a:avLst/>
            </a:prstGeom>
            <a:solidFill>
              <a:srgbClr val="FFFFFF"/>
            </a:solidFill>
            <a:ln w="80417">
              <a:solidFill>
                <a:srgbClr val="1A22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9" name="Connector 8"/>
            <p:cNvCxnSpPr/>
            <p:nvPr/>
          </p:nvCxnSpPr>
          <p:spPr>
            <a:xfrm>
              <a:off x="2807803" y="1902409"/>
              <a:ext cx="174644" cy="380540"/>
            </a:xfrm>
            <a:prstGeom prst="line">
              <a:avLst/>
            </a:prstGeom>
            <a:ln w="91440" cap="rnd">
              <a:solidFill>
                <a:srgbClr val="1A223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nector 9"/>
            <p:cNvCxnSpPr/>
            <p:nvPr/>
          </p:nvCxnSpPr>
          <p:spPr>
            <a:xfrm flipV="1">
              <a:off x="2695297" y="2030257"/>
              <a:ext cx="399656" cy="124844"/>
            </a:xfrm>
            <a:prstGeom prst="line">
              <a:avLst/>
            </a:prstGeom>
            <a:ln w="91440" cap="rnd">
              <a:solidFill>
                <a:srgbClr val="1A223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Oval 10"/>
            <p:cNvSpPr/>
            <p:nvPr/>
          </p:nvSpPr>
          <p:spPr>
            <a:xfrm rot="1440000">
              <a:off x="3618751" y="2290622"/>
              <a:ext cx="571500" cy="502920"/>
            </a:xfrm>
            <a:prstGeom prst="ellipse">
              <a:avLst/>
            </a:prstGeom>
            <a:solidFill>
              <a:srgbClr val="FFFFFF"/>
            </a:solidFill>
            <a:ln w="80417">
              <a:solidFill>
                <a:srgbClr val="1A22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2" name="Connector 11"/>
            <p:cNvCxnSpPr/>
            <p:nvPr/>
          </p:nvCxnSpPr>
          <p:spPr>
            <a:xfrm>
              <a:off x="3817179" y="2351813"/>
              <a:ext cx="174645" cy="380539"/>
            </a:xfrm>
            <a:prstGeom prst="line">
              <a:avLst/>
            </a:prstGeom>
            <a:ln w="91440" cap="rnd">
              <a:solidFill>
                <a:srgbClr val="1A223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ctor 12"/>
            <p:cNvCxnSpPr/>
            <p:nvPr/>
          </p:nvCxnSpPr>
          <p:spPr>
            <a:xfrm flipV="1">
              <a:off x="3704673" y="2479660"/>
              <a:ext cx="399656" cy="124845"/>
            </a:xfrm>
            <a:prstGeom prst="line">
              <a:avLst/>
            </a:prstGeom>
            <a:ln w="91440" cap="rnd">
              <a:solidFill>
                <a:srgbClr val="1A223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