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6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7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8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09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657350" y="1847850"/>
              <a:ext cx="4572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2762250" y="1847850"/>
              <a:ext cx="4572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9144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8590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idle 01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8087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913698" y="1696402"/>
              <a:ext cx="257175" cy="25717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32575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29050" y="3810000"/>
              <a:ext cx="133350" cy="247650"/>
            </a:xfrm>
            <a:prstGeom prst="line">
              <a:avLst/>
            </a:prstGeom>
            <a:ln w="68580" cap="rnd">
              <a:solidFill>
                <a:srgbClr val="F4B9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