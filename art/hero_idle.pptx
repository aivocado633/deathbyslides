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idle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66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8653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idle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66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8653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idle 002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66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8653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idle 003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66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8653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idle 004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66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8653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idle 005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66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8653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idle 006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66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8653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idle 007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66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8653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idle 008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66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8653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idle 009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66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8653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idle 01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66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8653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idle 01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66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8653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idle 012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66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8653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idle 013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1664970" y="2712720"/>
              <a:ext cx="51816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2693670" y="2712720"/>
              <a:ext cx="51816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idle 014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66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8653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idle 015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9810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20880000">
              <a:off x="3457575" y="2571750"/>
              <a:ext cx="438150" cy="9144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8366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865310" y="2541079"/>
              <a:ext cx="291465" cy="291465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095500" y="3295650"/>
              <a:ext cx="68580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