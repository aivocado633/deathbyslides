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walk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57625"/>
              <a:ext cx="457200" cy="4381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21240000">
              <a:off x="1222182" y="2472067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9800000">
              <a:off x="3692649" y="2644819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623112" y="1208132"/>
              <a:ext cx="43852" cy="627118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 rot="240000">
              <a:off x="2459849" y="818024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 rot="240000">
              <a:off x="1360728" y="1737494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 rot="240000">
              <a:off x="1536602" y="1900904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 rot="240000">
              <a:off x="2337603" y="3507335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1040000">
              <a:off x="2257862" y="3687521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 rot="240000">
              <a:off x="1729024" y="2292676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 rot="240000">
              <a:off x="1962581" y="2513627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 rot="240000">
              <a:off x="2755218" y="2364434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 rot="240000">
              <a:off x="2988775" y="2585385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178725" y="3274608"/>
              <a:ext cx="684129" cy="47839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walk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walk 002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57625"/>
              <a:ext cx="457200" cy="4381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1800000">
              <a:off x="746001" y="2644819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360000">
              <a:off x="3216468" y="2472067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H="1" flipV="1">
              <a:off x="2209836" y="1208132"/>
              <a:ext cx="43852" cy="627118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 rot="21360000">
              <a:off x="1978801" y="818024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 rot="21360000">
              <a:off x="1134822" y="1737494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 rot="21360000">
              <a:off x="1225648" y="1900904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 rot="21360000">
              <a:off x="2215347" y="3507335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560000">
              <a:off x="2180788" y="3687521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 rot="21360000">
              <a:off x="1473882" y="2364434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 rot="21360000">
              <a:off x="1712862" y="2577253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 rot="21360000">
              <a:off x="2500076" y="2292676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 rot="21360000">
              <a:off x="2739056" y="2505494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 flipV="1">
              <a:off x="2013946" y="3274608"/>
              <a:ext cx="684129" cy="47839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walk 003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