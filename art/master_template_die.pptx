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4876800" cy="48768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master_template die 000"/>
          <p:cNvGrpSpPr/>
          <p:nvPr/>
        </p:nvGrpSpPr>
        <p:grpSpPr>
          <a:xfrm>
            <a:off x="0" y="0"/>
            <a:ext cx="4876800" cy="4876800"/>
            <a:chOff x="0" y="0"/>
            <a:chExt cx="4876800" cy="4876800"/>
          </a:xfrm>
        </p:grpSpPr>
        <p:sp>
          <p:nvSpPr>
            <p:cNvPr id="3" name="Frame"/>
            <p:cNvSpPr/>
            <p:nvPr/>
          </p:nvSpPr>
          <p:spPr>
            <a:xfrm>
              <a:off x="0" y="0"/>
              <a:ext cx="4876800" cy="4876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Oval 3"/>
            <p:cNvSpPr/>
            <p:nvPr/>
          </p:nvSpPr>
          <p:spPr>
            <a:xfrm>
              <a:off x="1009650" y="4238625"/>
              <a:ext cx="2857500" cy="400050"/>
            </a:xfrm>
            <a:prstGeom prst="ellipse">
              <a:avLst/>
            </a:prstGeom>
            <a:solidFill>
              <a:srgbClr val="00000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952500" y="1943100"/>
              <a:ext cx="2971800" cy="2247900"/>
            </a:xfrm>
            <a:prstGeom prst="roundRect">
              <a:avLst>
                <a:gd name="adj" fmla="val 20000"/>
              </a:avLst>
            </a:prstGeom>
            <a:solidFill>
              <a:srgbClr val="C77D1A"/>
            </a:solidFill>
            <a:ln w="114300">
              <a:solidFill>
                <a:srgbClr val="8F561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ectangle 5"/>
            <p:cNvSpPr/>
            <p:nvPr/>
          </p:nvSpPr>
          <p:spPr>
            <a:xfrm>
              <a:off x="1200150" y="2143125"/>
              <a:ext cx="2476500" cy="209550"/>
            </a:xfrm>
            <a:prstGeom prst="rect">
              <a:avLst/>
            </a:prstGeom>
            <a:solidFill>
              <a:srgbClr val="E09A3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>
              <a:off x="1524000" y="2590800"/>
              <a:ext cx="647700" cy="647700"/>
            </a:xfrm>
            <a:prstGeom prst="ellipse">
              <a:avLst/>
            </a:prstGeom>
            <a:solidFill>
              <a:srgbClr val="FFFFFF"/>
            </a:solidFill>
            <a:ln w="85725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8" name="Connector 7"/>
            <p:cNvCxnSpPr/>
            <p:nvPr/>
          </p:nvCxnSpPr>
          <p:spPr>
            <a:xfrm>
              <a:off x="1669732" y="2736532"/>
              <a:ext cx="356236" cy="356236"/>
            </a:xfrm>
            <a:prstGeom prst="line">
              <a:avLst/>
            </a:prstGeom>
            <a:ln w="91440" cap="rnd">
              <a:solidFill>
                <a:srgbClr val="1A223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nector 8"/>
            <p:cNvCxnSpPr/>
            <p:nvPr/>
          </p:nvCxnSpPr>
          <p:spPr>
            <a:xfrm flipV="1">
              <a:off x="1669732" y="2736532"/>
              <a:ext cx="356236" cy="356236"/>
            </a:xfrm>
            <a:prstGeom prst="line">
              <a:avLst/>
            </a:prstGeom>
            <a:ln w="91440" cap="rnd">
              <a:solidFill>
                <a:srgbClr val="1A223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Oval 9"/>
            <p:cNvSpPr/>
            <p:nvPr/>
          </p:nvSpPr>
          <p:spPr>
            <a:xfrm>
              <a:off x="2705100" y="2590800"/>
              <a:ext cx="647700" cy="647700"/>
            </a:xfrm>
            <a:prstGeom prst="ellipse">
              <a:avLst/>
            </a:prstGeom>
            <a:solidFill>
              <a:srgbClr val="FFFFFF"/>
            </a:solidFill>
            <a:ln w="85725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1" name="Connector 10"/>
            <p:cNvCxnSpPr/>
            <p:nvPr/>
          </p:nvCxnSpPr>
          <p:spPr>
            <a:xfrm>
              <a:off x="2850832" y="2736532"/>
              <a:ext cx="356236" cy="356236"/>
            </a:xfrm>
            <a:prstGeom prst="line">
              <a:avLst/>
            </a:prstGeom>
            <a:ln w="91440" cap="rnd">
              <a:solidFill>
                <a:srgbClr val="1A223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nector 11"/>
            <p:cNvCxnSpPr/>
            <p:nvPr/>
          </p:nvCxnSpPr>
          <p:spPr>
            <a:xfrm flipV="1">
              <a:off x="2850832" y="2736532"/>
              <a:ext cx="356236" cy="356236"/>
            </a:xfrm>
            <a:prstGeom prst="line">
              <a:avLst/>
            </a:prstGeom>
            <a:ln w="91440" cap="rnd">
              <a:solidFill>
                <a:srgbClr val="1A223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Oval 12"/>
            <p:cNvSpPr/>
            <p:nvPr/>
          </p:nvSpPr>
          <p:spPr>
            <a:xfrm>
              <a:off x="2562225" y="2447925"/>
              <a:ext cx="933450" cy="933450"/>
            </a:xfrm>
            <a:prstGeom prst="ellipse">
              <a:avLst/>
            </a:prstGeom>
            <a:noFill/>
            <a:ln w="85725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4" name="Connector 13"/>
            <p:cNvCxnSpPr/>
            <p:nvPr/>
          </p:nvCxnSpPr>
          <p:spPr>
            <a:xfrm>
              <a:off x="3352800" y="3257550"/>
              <a:ext cx="247650" cy="647700"/>
            </a:xfrm>
            <a:prstGeom prst="line">
              <a:avLst/>
            </a:prstGeom>
            <a:ln w="57150" cap="rnd">
              <a:solidFill>
                <a:srgbClr val="B7832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ounded Rectangle 14"/>
            <p:cNvSpPr/>
            <p:nvPr/>
          </p:nvSpPr>
          <p:spPr>
            <a:xfrm>
              <a:off x="1943100" y="3495675"/>
              <a:ext cx="990600" cy="209550"/>
            </a:xfrm>
            <a:prstGeom prst="roundRect">
              <a:avLst>
                <a:gd name="adj" fmla="val 50000"/>
              </a:avLst>
            </a:prstGeom>
            <a:solidFill>
              <a:srgbClr val="8F5610"/>
            </a:solidFill>
            <a:ln w="114300">
              <a:solidFill>
                <a:srgbClr val="8F561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Isosceles Triangle 15"/>
            <p:cNvSpPr/>
            <p:nvPr/>
          </p:nvSpPr>
          <p:spPr>
            <a:xfrm>
              <a:off x="1466850" y="1238250"/>
              <a:ext cx="609600" cy="723900"/>
            </a:xfrm>
            <a:prstGeom prst="triangle">
              <a:avLst/>
            </a:prstGeom>
            <a:solidFill>
              <a:srgbClr val="F4B942"/>
            </a:solidFill>
            <a:ln w="68580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Isosceles Triangle 16"/>
            <p:cNvSpPr/>
            <p:nvPr/>
          </p:nvSpPr>
          <p:spPr>
            <a:xfrm>
              <a:off x="2105025" y="1009650"/>
              <a:ext cx="666750" cy="952500"/>
            </a:xfrm>
            <a:prstGeom prst="triangle">
              <a:avLst/>
            </a:prstGeom>
            <a:solidFill>
              <a:srgbClr val="F4B942"/>
            </a:solidFill>
            <a:ln w="68580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Isosceles Triangle 17"/>
            <p:cNvSpPr/>
            <p:nvPr/>
          </p:nvSpPr>
          <p:spPr>
            <a:xfrm>
              <a:off x="2800350" y="1238250"/>
              <a:ext cx="609600" cy="723900"/>
            </a:xfrm>
            <a:prstGeom prst="triangle">
              <a:avLst/>
            </a:prstGeom>
            <a:solidFill>
              <a:srgbClr val="F4B942"/>
            </a:solidFill>
            <a:ln w="68580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1485900" y="1847850"/>
              <a:ext cx="1905000" cy="381000"/>
            </a:xfrm>
            <a:prstGeom prst="rect">
              <a:avLst/>
            </a:prstGeom>
            <a:solidFill>
              <a:srgbClr val="F4B942"/>
            </a:solidFill>
            <a:ln w="68580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Oval 19"/>
            <p:cNvSpPr/>
            <p:nvPr/>
          </p:nvSpPr>
          <p:spPr>
            <a:xfrm>
              <a:off x="2333625" y="1933575"/>
              <a:ext cx="209550" cy="209550"/>
            </a:xfrm>
            <a:prstGeom prst="ellipse">
              <a:avLst/>
            </a:prstGeom>
            <a:solidFill>
              <a:srgbClr val="D9534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master_template die 001"/>
          <p:cNvGrpSpPr/>
          <p:nvPr/>
        </p:nvGrpSpPr>
        <p:grpSpPr>
          <a:xfrm>
            <a:off x="0" y="0"/>
            <a:ext cx="4876800" cy="4876800"/>
            <a:chOff x="0" y="0"/>
            <a:chExt cx="4876800" cy="4876800"/>
          </a:xfrm>
        </p:grpSpPr>
        <p:sp>
          <p:nvSpPr>
            <p:cNvPr id="3" name="Frame"/>
            <p:cNvSpPr/>
            <p:nvPr/>
          </p:nvSpPr>
          <p:spPr>
            <a:xfrm>
              <a:off x="0" y="0"/>
              <a:ext cx="4876800" cy="4876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Oval 3"/>
            <p:cNvSpPr/>
            <p:nvPr/>
          </p:nvSpPr>
          <p:spPr>
            <a:xfrm>
              <a:off x="1009650" y="4238625"/>
              <a:ext cx="2857500" cy="400050"/>
            </a:xfrm>
            <a:prstGeom prst="ellipse">
              <a:avLst/>
            </a:prstGeom>
            <a:solidFill>
              <a:srgbClr val="00000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ounded Rectangle 4"/>
            <p:cNvSpPr/>
            <p:nvPr/>
          </p:nvSpPr>
          <p:spPr>
            <a:xfrm rot="720000">
              <a:off x="1236800" y="2048991"/>
              <a:ext cx="2971800" cy="2180463"/>
            </a:xfrm>
            <a:prstGeom prst="roundRect">
              <a:avLst>
                <a:gd name="adj" fmla="val 20000"/>
              </a:avLst>
            </a:prstGeom>
            <a:solidFill>
              <a:srgbClr val="C77D1A"/>
            </a:solidFill>
            <a:ln w="112572">
              <a:solidFill>
                <a:srgbClr val="8F561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ectangle 5"/>
            <p:cNvSpPr/>
            <p:nvPr/>
          </p:nvSpPr>
          <p:spPr>
            <a:xfrm rot="720000">
              <a:off x="1649652" y="2260378"/>
              <a:ext cx="2476500" cy="203264"/>
            </a:xfrm>
            <a:prstGeom prst="rect">
              <a:avLst/>
            </a:prstGeom>
            <a:solidFill>
              <a:srgbClr val="E09A3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 rot="720000">
              <a:off x="1851940" y="2557708"/>
              <a:ext cx="647700" cy="628269"/>
            </a:xfrm>
            <a:prstGeom prst="ellipse">
              <a:avLst/>
            </a:prstGeom>
            <a:solidFill>
              <a:srgbClr val="FFFFFF"/>
            </a:solidFill>
            <a:ln w="84429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8" name="Connector 7"/>
            <p:cNvCxnSpPr/>
            <p:nvPr/>
          </p:nvCxnSpPr>
          <p:spPr>
            <a:xfrm>
              <a:off x="2037487" y="2665811"/>
              <a:ext cx="276607" cy="412062"/>
            </a:xfrm>
            <a:prstGeom prst="line">
              <a:avLst/>
            </a:prstGeom>
            <a:ln w="91440" cap="rnd">
              <a:solidFill>
                <a:srgbClr val="1A223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nector 8"/>
            <p:cNvCxnSpPr/>
            <p:nvPr/>
          </p:nvCxnSpPr>
          <p:spPr>
            <a:xfrm flipV="1">
              <a:off x="1965643" y="2739877"/>
              <a:ext cx="420294" cy="263931"/>
            </a:xfrm>
            <a:prstGeom prst="line">
              <a:avLst/>
            </a:prstGeom>
            <a:ln w="91440" cap="rnd">
              <a:solidFill>
                <a:srgbClr val="1A223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Oval 9"/>
            <p:cNvSpPr/>
            <p:nvPr/>
          </p:nvSpPr>
          <p:spPr>
            <a:xfrm rot="720000">
              <a:off x="3007231" y="2803272"/>
              <a:ext cx="647700" cy="628269"/>
            </a:xfrm>
            <a:prstGeom prst="ellipse">
              <a:avLst/>
            </a:prstGeom>
            <a:solidFill>
              <a:srgbClr val="FFFFFF"/>
            </a:solidFill>
            <a:ln w="84429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1" name="Connector 10"/>
            <p:cNvCxnSpPr/>
            <p:nvPr/>
          </p:nvCxnSpPr>
          <p:spPr>
            <a:xfrm>
              <a:off x="3192777" y="2911376"/>
              <a:ext cx="276607" cy="412062"/>
            </a:xfrm>
            <a:prstGeom prst="line">
              <a:avLst/>
            </a:prstGeom>
            <a:ln w="91440" cap="rnd">
              <a:solidFill>
                <a:srgbClr val="1A223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nector 11"/>
            <p:cNvCxnSpPr/>
            <p:nvPr/>
          </p:nvCxnSpPr>
          <p:spPr>
            <a:xfrm flipV="1">
              <a:off x="3120934" y="2985441"/>
              <a:ext cx="420293" cy="263932"/>
            </a:xfrm>
            <a:prstGeom prst="line">
              <a:avLst/>
            </a:prstGeom>
            <a:ln w="91440" cap="rnd">
              <a:solidFill>
                <a:srgbClr val="1A223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Oval 12"/>
            <p:cNvSpPr/>
            <p:nvPr/>
          </p:nvSpPr>
          <p:spPr>
            <a:xfrm rot="720000">
              <a:off x="2864356" y="2664684"/>
              <a:ext cx="933450" cy="905446"/>
            </a:xfrm>
            <a:prstGeom prst="ellipse">
              <a:avLst/>
            </a:prstGeom>
            <a:noFill/>
            <a:ln w="84429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4" name="Connector 13"/>
            <p:cNvCxnSpPr/>
            <p:nvPr/>
          </p:nvCxnSpPr>
          <p:spPr>
            <a:xfrm>
              <a:off x="3578700" y="3510084"/>
              <a:ext cx="111613" cy="666029"/>
            </a:xfrm>
            <a:prstGeom prst="line">
              <a:avLst/>
            </a:prstGeom>
            <a:ln w="57150" cap="rnd">
              <a:solidFill>
                <a:srgbClr val="B7832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ounded Rectangle 14"/>
            <p:cNvSpPr/>
            <p:nvPr/>
          </p:nvSpPr>
          <p:spPr>
            <a:xfrm rot="720000">
              <a:off x="2119827" y="3543682"/>
              <a:ext cx="990600" cy="203264"/>
            </a:xfrm>
            <a:prstGeom prst="roundRect">
              <a:avLst>
                <a:gd name="adj" fmla="val 50000"/>
              </a:avLst>
            </a:prstGeom>
            <a:solidFill>
              <a:srgbClr val="8F5610"/>
            </a:solidFill>
            <a:ln w="112572">
              <a:solidFill>
                <a:srgbClr val="8F561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Isosceles Triangle 15"/>
            <p:cNvSpPr/>
            <p:nvPr/>
          </p:nvSpPr>
          <p:spPr>
            <a:xfrm rot="1500000">
              <a:off x="2134383" y="927877"/>
              <a:ext cx="609600" cy="723900"/>
            </a:xfrm>
            <a:prstGeom prst="triangle">
              <a:avLst/>
            </a:prstGeom>
            <a:solidFill>
              <a:srgbClr val="F4B942"/>
            </a:solidFill>
            <a:ln w="68580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Isosceles Triangle 16"/>
            <p:cNvSpPr/>
            <p:nvPr/>
          </p:nvSpPr>
          <p:spPr>
            <a:xfrm rot="1500000">
              <a:off x="2758394" y="991766"/>
              <a:ext cx="666750" cy="952500"/>
            </a:xfrm>
            <a:prstGeom prst="triangle">
              <a:avLst/>
            </a:prstGeom>
            <a:solidFill>
              <a:srgbClr val="F4B942"/>
            </a:solidFill>
            <a:ln w="68580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Isosceles Triangle 17"/>
            <p:cNvSpPr/>
            <p:nvPr/>
          </p:nvSpPr>
          <p:spPr>
            <a:xfrm rot="1500000">
              <a:off x="3342945" y="1491438"/>
              <a:ext cx="609600" cy="723900"/>
            </a:xfrm>
            <a:prstGeom prst="triangle">
              <a:avLst/>
            </a:prstGeom>
            <a:solidFill>
              <a:srgbClr val="F4B942"/>
            </a:solidFill>
            <a:ln w="68580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Rectangle 18"/>
            <p:cNvSpPr/>
            <p:nvPr/>
          </p:nvSpPr>
          <p:spPr>
            <a:xfrm rot="1500000">
              <a:off x="1905794" y="1778206"/>
              <a:ext cx="1905000" cy="381000"/>
            </a:xfrm>
            <a:prstGeom prst="rect">
              <a:avLst/>
            </a:prstGeom>
            <a:solidFill>
              <a:srgbClr val="F4B942"/>
            </a:solidFill>
            <a:ln w="68580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Oval 19"/>
            <p:cNvSpPr/>
            <p:nvPr/>
          </p:nvSpPr>
          <p:spPr>
            <a:xfrm rot="1500000">
              <a:off x="2753519" y="1863931"/>
              <a:ext cx="209550" cy="209550"/>
            </a:xfrm>
            <a:prstGeom prst="ellipse">
              <a:avLst/>
            </a:prstGeom>
            <a:solidFill>
              <a:srgbClr val="D9534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master_template die 002"/>
          <p:cNvGrpSpPr/>
          <p:nvPr/>
        </p:nvGrpSpPr>
        <p:grpSpPr>
          <a:xfrm>
            <a:off x="0" y="0"/>
            <a:ext cx="4876800" cy="4876800"/>
            <a:chOff x="0" y="0"/>
            <a:chExt cx="4876800" cy="4876800"/>
          </a:xfrm>
        </p:grpSpPr>
        <p:sp>
          <p:nvSpPr>
            <p:cNvPr id="3" name="Frame"/>
            <p:cNvSpPr/>
            <p:nvPr/>
          </p:nvSpPr>
          <p:spPr>
            <a:xfrm>
              <a:off x="0" y="0"/>
              <a:ext cx="4876800" cy="48768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Oval 3"/>
            <p:cNvSpPr/>
            <p:nvPr/>
          </p:nvSpPr>
          <p:spPr>
            <a:xfrm>
              <a:off x="1009650" y="4238625"/>
              <a:ext cx="2857500" cy="400050"/>
            </a:xfrm>
            <a:prstGeom prst="ellipse">
              <a:avLst/>
            </a:prstGeom>
            <a:solidFill>
              <a:srgbClr val="000000">
                <a:alpha val="1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ounded Rectangle 4"/>
            <p:cNvSpPr/>
            <p:nvPr/>
          </p:nvSpPr>
          <p:spPr>
            <a:xfrm rot="1440000">
              <a:off x="1457071" y="2354388"/>
              <a:ext cx="2971800" cy="1978152"/>
            </a:xfrm>
            <a:prstGeom prst="roundRect">
              <a:avLst>
                <a:gd name="adj" fmla="val 20000"/>
              </a:avLst>
            </a:prstGeom>
            <a:solidFill>
              <a:srgbClr val="C77D1A"/>
            </a:solidFill>
            <a:ln w="107223">
              <a:solidFill>
                <a:srgbClr val="8F561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ectangle 5"/>
            <p:cNvSpPr/>
            <p:nvPr/>
          </p:nvSpPr>
          <p:spPr>
            <a:xfrm rot="1440000">
              <a:off x="1997918" y="2592731"/>
              <a:ext cx="2476500" cy="184404"/>
            </a:xfrm>
            <a:prstGeom prst="rect">
              <a:avLst/>
            </a:prstGeom>
            <a:solidFill>
              <a:srgbClr val="E09A3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 rot="1440000">
              <a:off x="2134175" y="2695760"/>
              <a:ext cx="647700" cy="569976"/>
            </a:xfrm>
            <a:prstGeom prst="ellipse">
              <a:avLst/>
            </a:prstGeom>
            <a:solidFill>
              <a:srgbClr val="FFFFFF"/>
            </a:solidFill>
            <a:ln w="80417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8" name="Connector 7"/>
            <p:cNvCxnSpPr/>
            <p:nvPr/>
          </p:nvCxnSpPr>
          <p:spPr>
            <a:xfrm>
              <a:off x="2359060" y="2765109"/>
              <a:ext cx="197931" cy="431278"/>
            </a:xfrm>
            <a:prstGeom prst="line">
              <a:avLst/>
            </a:prstGeom>
            <a:ln w="91440" cap="rnd">
              <a:solidFill>
                <a:srgbClr val="1A223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nector 8"/>
            <p:cNvCxnSpPr/>
            <p:nvPr/>
          </p:nvCxnSpPr>
          <p:spPr>
            <a:xfrm flipV="1">
              <a:off x="2231554" y="2910003"/>
              <a:ext cx="452943" cy="141491"/>
            </a:xfrm>
            <a:prstGeom prst="line">
              <a:avLst/>
            </a:prstGeom>
            <a:ln w="91440" cap="rnd">
              <a:solidFill>
                <a:srgbClr val="1A223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Oval 9"/>
            <p:cNvSpPr/>
            <p:nvPr/>
          </p:nvSpPr>
          <p:spPr>
            <a:xfrm rot="1440000">
              <a:off x="3213164" y="3176157"/>
              <a:ext cx="647700" cy="569976"/>
            </a:xfrm>
            <a:prstGeom prst="ellipse">
              <a:avLst/>
            </a:prstGeom>
            <a:solidFill>
              <a:srgbClr val="FFFFFF"/>
            </a:solidFill>
            <a:ln w="80417">
              <a:solidFill>
                <a:srgbClr val="1A22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1" name="Connector 10"/>
            <p:cNvCxnSpPr/>
            <p:nvPr/>
          </p:nvCxnSpPr>
          <p:spPr>
            <a:xfrm>
              <a:off x="3438049" y="3245506"/>
              <a:ext cx="197930" cy="431278"/>
            </a:xfrm>
            <a:prstGeom prst="line">
              <a:avLst/>
            </a:prstGeom>
            <a:ln w="91440" cap="rnd">
              <a:solidFill>
                <a:srgbClr val="1A223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nector 11"/>
            <p:cNvCxnSpPr/>
            <p:nvPr/>
          </p:nvCxnSpPr>
          <p:spPr>
            <a:xfrm flipV="1">
              <a:off x="3310542" y="3390400"/>
              <a:ext cx="452944" cy="141490"/>
            </a:xfrm>
            <a:prstGeom prst="line">
              <a:avLst/>
            </a:prstGeom>
            <a:ln w="91440" cap="rnd">
              <a:solidFill>
                <a:srgbClr val="1A223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Oval 12"/>
            <p:cNvSpPr/>
            <p:nvPr/>
          </p:nvSpPr>
          <p:spPr>
            <a:xfrm rot="1440000">
              <a:off x="3070289" y="3050427"/>
              <a:ext cx="933450" cy="821436"/>
            </a:xfrm>
            <a:prstGeom prst="ellipse">
              <a:avLst/>
            </a:prstGeom>
            <a:noFill/>
            <a:ln w="80417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4" name="Connector 13"/>
            <p:cNvCxnSpPr/>
            <p:nvPr/>
          </p:nvCxnSpPr>
          <p:spPr>
            <a:xfrm flipH="1">
              <a:off x="3704541" y="3868531"/>
              <a:ext cx="5591" cy="621427"/>
            </a:xfrm>
            <a:prstGeom prst="line">
              <a:avLst/>
            </a:prstGeom>
            <a:ln w="57150" cap="rnd">
              <a:solidFill>
                <a:srgbClr val="B7832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ounded Rectangle 14"/>
            <p:cNvSpPr/>
            <p:nvPr/>
          </p:nvSpPr>
          <p:spPr>
            <a:xfrm rot="1440000">
              <a:off x="2256753" y="3680073"/>
              <a:ext cx="990600" cy="184404"/>
            </a:xfrm>
            <a:prstGeom prst="roundRect">
              <a:avLst>
                <a:gd name="adj" fmla="val 50000"/>
              </a:avLst>
            </a:prstGeom>
            <a:solidFill>
              <a:srgbClr val="8F5610"/>
            </a:solidFill>
            <a:ln w="107223">
              <a:solidFill>
                <a:srgbClr val="8F561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Isosceles Triangle 15"/>
            <p:cNvSpPr/>
            <p:nvPr/>
          </p:nvSpPr>
          <p:spPr>
            <a:xfrm rot="3300000">
              <a:off x="3143845" y="1488804"/>
              <a:ext cx="609600" cy="723900"/>
            </a:xfrm>
            <a:prstGeom prst="triangle">
              <a:avLst/>
            </a:prstGeom>
            <a:solidFill>
              <a:srgbClr val="F4B942"/>
            </a:solidFill>
            <a:ln w="68580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Isosceles Triangle 16"/>
            <p:cNvSpPr/>
            <p:nvPr/>
          </p:nvSpPr>
          <p:spPr>
            <a:xfrm rot="3300000">
              <a:off x="3591332" y="1855114"/>
              <a:ext cx="666750" cy="952500"/>
            </a:xfrm>
            <a:prstGeom prst="triangle">
              <a:avLst/>
            </a:prstGeom>
            <a:solidFill>
              <a:srgbClr val="F4B942"/>
            </a:solidFill>
            <a:ln w="68580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Isosceles Triangle 17"/>
            <p:cNvSpPr/>
            <p:nvPr/>
          </p:nvSpPr>
          <p:spPr>
            <a:xfrm rot="3300000">
              <a:off x="3908710" y="2581144"/>
              <a:ext cx="609600" cy="723900"/>
            </a:xfrm>
            <a:prstGeom prst="triangle">
              <a:avLst/>
            </a:prstGeom>
            <a:solidFill>
              <a:srgbClr val="F4B942"/>
            </a:solidFill>
            <a:ln w="68580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Rectangle 18"/>
            <p:cNvSpPr/>
            <p:nvPr/>
          </p:nvSpPr>
          <p:spPr>
            <a:xfrm rot="3300000">
              <a:off x="2519666" y="2457736"/>
              <a:ext cx="1905000" cy="381000"/>
            </a:xfrm>
            <a:prstGeom prst="rect">
              <a:avLst/>
            </a:prstGeom>
            <a:solidFill>
              <a:srgbClr val="F4B942"/>
            </a:solidFill>
            <a:ln w="68580">
              <a:solidFill>
                <a:srgbClr val="B783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Oval 19"/>
            <p:cNvSpPr/>
            <p:nvPr/>
          </p:nvSpPr>
          <p:spPr>
            <a:xfrm rot="3300000">
              <a:off x="3367391" y="2543461"/>
              <a:ext cx="209550" cy="209550"/>
            </a:xfrm>
            <a:prstGeom prst="ellipse">
              <a:avLst/>
            </a:prstGeom>
            <a:solidFill>
              <a:srgbClr val="D9534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